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6.xml" ContentType="application/vnd.openxmlformats-officedocument.presentationml.slide+xml"/>
  <Override PartName="/ppt/slides/slide25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39"/>
  </p:notesMasterIdLst>
  <p:handoutMasterIdLst>
    <p:handoutMasterId r:id="rId40"/>
  </p:handoutMasterIdLst>
  <p:sldIdLst>
    <p:sldId id="365" r:id="rId8"/>
    <p:sldId id="366" r:id="rId9"/>
    <p:sldId id="362" r:id="rId10"/>
    <p:sldId id="364" r:id="rId11"/>
    <p:sldId id="375" r:id="rId12"/>
    <p:sldId id="369" r:id="rId13"/>
    <p:sldId id="372" r:id="rId14"/>
    <p:sldId id="373" r:id="rId15"/>
    <p:sldId id="371" r:id="rId17"/>
    <p:sldId id="267" r:id="rId26"/>
  </p:sldIdLst>
  <p:sldSz cx="12192000" cy="6858000"/>
  <p:notesSz cx="6858000" cy="9144000"/>
  <p:defaultTextStyle>
    <a:defPPr>
      <a:defRPr lang="ru-RU"/>
    </a:defPPr>
    <a:lvl1pPr marL="0" algn="l" defTabSz="91422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110" algn="l" defTabSz="91422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220" algn="l" defTabSz="91422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329" algn="l" defTabSz="91422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439" algn="l" defTabSz="91422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5549" algn="l" defTabSz="91422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2658" algn="l" defTabSz="91422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199765" algn="l" defTabSz="91422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6877" algn="l" defTabSz="91422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Информация" id="{9FA27940-A45B-471D-96EC-3FCE80AE8A9B}">
          <p14:sldIdLst>
            <p14:sldId id="333"/>
            <p14:sldId id="326"/>
            <p14:sldId id="327"/>
            <p14:sldId id="367"/>
            <p14:sldId id="325"/>
            <p14:sldId id="355"/>
          </p14:sldIdLst>
        </p14:section>
        <p14:section name="Обязательные слайды" id="{248E5CD8-1028-4246-90C7-3263F7F286D3}">
          <p14:sldIdLst>
            <p14:sldId id="365"/>
            <p14:sldId id="366"/>
            <p14:sldId id="362"/>
            <p14:sldId id="364"/>
            <p14:sldId id="375"/>
          </p14:sldIdLst>
        </p14:section>
        <p14:section name="Шаблоны слайдов" id="{24401F80-F81B-49C3-8D55-70A14F0BF8FF}">
          <p14:sldIdLst>
            <p14:sldId id="369"/>
            <p14:sldId id="372"/>
            <p14:sldId id="373"/>
            <p14:sldId id="370"/>
            <p14:sldId id="371"/>
            <p14:sldId id="374"/>
            <p14:sldId id="260"/>
            <p14:sldId id="261"/>
            <p14:sldId id="262"/>
            <p14:sldId id="263"/>
            <p14:sldId id="266"/>
            <p14:sldId id="264"/>
            <p14:sldId id="268"/>
            <p14:sldId id="267"/>
            <p14:sldId id="269"/>
            <p14:sldId id="270"/>
            <p14:sldId id="271"/>
            <p14:sldId id="272"/>
          </p14:sldIdLst>
        </p14:section>
        <p14:section name="Материалы" id="{0F84D0DE-CEB1-417E-B269-8B3EB04B5FA6}">
          <p14:sldIdLst>
            <p14:sldId id="338"/>
            <p14:sldId id="368"/>
            <p14:sldId id="341"/>
            <p14:sldId id="342"/>
            <p14:sldId id="343"/>
            <p14:sldId id="344"/>
            <p14:sldId id="346"/>
            <p14:sldId id="357"/>
          </p14:sldIdLst>
        </p14:section>
      </p14:sectionLst>
    </p:ext>
    <p:ext uri="{EFAFB233-063F-42B5-8137-9DF3F51BA10A}">
      <p15:sldGuideLst xmlns:p15="http://schemas.microsoft.com/office/powerpoint/2012/main">
        <p15:guide id="2" pos="597" userDrawn="1">
          <p15:clr>
            <a:srgbClr val="A4A3A4"/>
          </p15:clr>
        </p15:guide>
        <p15:guide id="3" pos="3591" userDrawn="1">
          <p15:clr>
            <a:srgbClr val="A4A3A4"/>
          </p15:clr>
        </p15:guide>
        <p15:guide id="4" pos="5496" userDrawn="1">
          <p15:clr>
            <a:srgbClr val="A4A3A4"/>
          </p15:clr>
        </p15:guide>
        <p15:guide id="5" pos="4112" userDrawn="1">
          <p15:clr>
            <a:srgbClr val="A4A3A4"/>
          </p15:clr>
        </p15:guide>
        <p15:guide id="6" pos="393" userDrawn="1">
          <p15:clr>
            <a:srgbClr val="A4A3A4"/>
          </p15:clr>
        </p15:guide>
        <p15:guide id="7" orient="horz" pos="216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DCCEE4"/>
    <a:srgbClr val="FFD6E3"/>
    <a:srgbClr val="FFFFFF"/>
    <a:srgbClr val="753A93"/>
    <a:srgbClr val="976BAE"/>
    <a:srgbClr val="F92571"/>
    <a:srgbClr val="8226E3"/>
    <a:srgbClr val="2D1451"/>
    <a:srgbClr val="222A35"/>
    <a:srgbClr val="55D4E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563" autoAdjust="0"/>
    <p:restoredTop sz="95857"/>
  </p:normalViewPr>
  <p:slideViewPr>
    <p:cSldViewPr snapToGrid="0" showGuides="1">
      <p:cViewPr varScale="1">
        <p:scale>
          <a:sx n="91" d="100"/>
          <a:sy n="91" d="100"/>
        </p:scale>
        <p:origin x="200" y="632"/>
      </p:cViewPr>
      <p:guideLst>
        <p:guide pos="597"/>
        <p:guide pos="3591"/>
        <p:guide pos="5496"/>
        <p:guide pos="4112"/>
        <p:guide pos="393"/>
        <p:guide orient="horz" pos="216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86" d="100"/>
          <a:sy n="86" d="100"/>
        </p:scale>
        <p:origin x="3928" y="208"/>
      </p:cViewPr>
      <p:guideLst/>
    </p:cSldViewPr>
  </p:notes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7" Type="http://schemas.openxmlformats.org/officeDocument/2006/relationships/slide" Target="slides/slide16.xml"/><Relationship Id="rId26" Type="http://schemas.openxmlformats.org/officeDocument/2006/relationships/slide" Target="slides/slide25.xml"/><Relationship Id="rId39" Type="http://schemas.openxmlformats.org/officeDocument/2006/relationships/notesMaster" Target="notesMasters/notesMaster1.xml"/><Relationship Id="rId40" Type="http://schemas.openxmlformats.org/officeDocument/2006/relationships/handoutMaster" Target="handoutMasters/handoutMaster1.xml"/><Relationship Id="rId41" Type="http://schemas.openxmlformats.org/officeDocument/2006/relationships/presProps" Target="presProps.xml"/><Relationship Id="rId42" Type="http://schemas.openxmlformats.org/officeDocument/2006/relationships/viewProps" Target="viewProps.xml"/><Relationship Id="rId43" Type="http://schemas.openxmlformats.org/officeDocument/2006/relationships/theme" Target="theme/theme1.xml"/><Relationship Id="rId44" Type="http://schemas.openxmlformats.org/officeDocument/2006/relationships/tableStyles" Target="tableStyles.xml"/></Relationships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>
            <a:extLst>
              <a:ext uri="{FF2B5EF4-FFF2-40B4-BE49-F238E27FC236}">
                <a16:creationId xmlns:a16="http://schemas.microsoft.com/office/drawing/2014/main" id="{1C361405-0046-9D03-26A4-D7ED10EA70C2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556CD2AD-A19E-4074-721F-6DBCBE680A42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2E30D66-5BAA-C245-AD36-181B8EC875DB}" type="datetimeFigureOut">
              <a:rPr lang="ru-RU" smtClean="0"/>
              <a:t>02.10.2026</a:t>
            </a:fld>
            <a:endParaRPr lang="ru-RU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41947EE2-63DA-C2A1-5495-30E370423A53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3752603B-A0BC-AAAA-B5D6-B44F54E18AB9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CD7201F-1F39-2140-9B4A-3BC1B61B40B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136628663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DA401BA-3150-4FF7-8D13-C8A64268AC63}" type="datetimeFigureOut">
              <a:rPr lang="ru-RU" smtClean="0"/>
              <a:t>02.10.2026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D5F3B14-7AC8-406F-A299-37D374056E4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49644531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24CF317-460F-D66A-6ACF-27061C9DF4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>
            <a:extLst>
              <a:ext uri="{FF2B5EF4-FFF2-40B4-BE49-F238E27FC236}">
                <a16:creationId xmlns:a16="http://schemas.microsoft.com/office/drawing/2014/main" id="{2D066F97-A6A0-B747-71F9-577306DB29D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>
            <a:extLst>
              <a:ext uri="{FF2B5EF4-FFF2-40B4-BE49-F238E27FC236}">
                <a16:creationId xmlns:a16="http://schemas.microsoft.com/office/drawing/2014/main" id="{80F9F05F-4377-CED9-7FF7-AADFCC58E49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618DC8F5-67F2-F257-7833-1FEA7A6F232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D5F3B14-7AC8-406F-A299-37D374056E4F}" type="slidenum">
              <a:rPr lang="ru-RU" smtClean="0"/>
              <a:t>9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4532721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3E69046-74A9-6BC0-030F-AF9856808D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>
            <a:extLst>
              <a:ext uri="{FF2B5EF4-FFF2-40B4-BE49-F238E27FC236}">
                <a16:creationId xmlns:a16="http://schemas.microsoft.com/office/drawing/2014/main" id="{E235548D-D889-0AAA-F16C-FBBD8FABB95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>
            <a:extLst>
              <a:ext uri="{FF2B5EF4-FFF2-40B4-BE49-F238E27FC236}">
                <a16:creationId xmlns:a16="http://schemas.microsoft.com/office/drawing/2014/main" id="{62BED857-8CFB-C4D0-8AA7-4E459CD5CA0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C80FF5E7-0C77-0F13-CEBC-1525084DF81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D5F3B14-7AC8-406F-A299-37D374056E4F}" type="slidenum">
              <a:rPr lang="ru-RU" smtClean="0"/>
              <a:t>10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85285682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D5F3B14-7AC8-406F-A299-37D374056E4F}" type="slidenum">
              <a:rPr lang="ru-RU" smtClean="0"/>
              <a:t>14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628479207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Титульный слайд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Рисунок 10">
            <a:extLst>
              <a:ext uri="{FF2B5EF4-FFF2-40B4-BE49-F238E27FC236}">
                <a16:creationId xmlns:a16="http://schemas.microsoft.com/office/drawing/2014/main" id="{DB9898DE-D265-4051-B751-CA3C0058CECA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6792000" y="395288"/>
            <a:ext cx="5400000" cy="5400000"/>
          </a:xfrm>
        </p:spPr>
        <p:txBody>
          <a:bodyPr anchor="ctr" anchorCtr="0"/>
          <a:lstStyle>
            <a:lvl1pPr>
              <a:defRPr/>
            </a:lvl1pPr>
          </a:lstStyle>
          <a:p>
            <a:r>
              <a:rPr lang="ru-RU" dirty="0"/>
              <a:t>Иконка задачи</a:t>
            </a:r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DEF1F2D-30AB-40F9-9975-F952E50B7FCA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0" y="4323440"/>
            <a:ext cx="8930641" cy="827011"/>
          </a:xfrm>
          <a:noFill/>
        </p:spPr>
        <p:txBody>
          <a:bodyPr anchor="ctr" anchorCtr="0"/>
          <a:lstStyle>
            <a:lvl1pPr marL="0" indent="712788" algn="l">
              <a:defRPr sz="28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r>
              <a:rPr lang="ru-RU" dirty="0"/>
              <a:t>НТ АЛЬЯНС</a:t>
            </a:r>
          </a:p>
        </p:txBody>
      </p:sp>
      <p:sp>
        <p:nvSpPr>
          <p:cNvPr id="42" name="Рисунок 41">
            <a:extLst>
              <a:ext uri="{FF2B5EF4-FFF2-40B4-BE49-F238E27FC236}">
                <a16:creationId xmlns:a16="http://schemas.microsoft.com/office/drawing/2014/main" id="{37DC0E9B-2679-408D-851C-F21F4ACC673A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802640" y="2911980"/>
            <a:ext cx="3386773" cy="1082589"/>
          </a:xfrm>
        </p:spPr>
        <p:txBody>
          <a:bodyPr anchor="ctr" anchorCtr="0"/>
          <a:lstStyle>
            <a:lvl1pPr>
              <a:defRPr/>
            </a:lvl1pPr>
          </a:lstStyle>
          <a:p>
            <a:r>
              <a:rPr lang="ru-RU" dirty="0"/>
              <a:t>Логотип/логотипы постановщика задачи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93F843A1-4640-4AAD-9DA4-206FA9FF2A48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0" y="5149851"/>
            <a:ext cx="8930641" cy="757174"/>
          </a:xfrm>
          <a:noFill/>
        </p:spPr>
        <p:txBody>
          <a:bodyPr>
            <a:normAutofit/>
          </a:bodyPr>
          <a:lstStyle>
            <a:lvl1pPr marL="0" indent="712788">
              <a:buNone/>
              <a:defRPr sz="1800"/>
            </a:lvl1pPr>
          </a:lstStyle>
          <a:p>
            <a:r>
              <a:rPr lang="ru-RU" sz="1600" b="0" dirty="0"/>
              <a:t>Номер и название задачи</a:t>
            </a:r>
          </a:p>
        </p:txBody>
      </p:sp>
    </p:spTree>
    <p:extLst>
      <p:ext uri="{BB962C8B-B14F-4D97-AF65-F5344CB8AC3E}">
        <p14:creationId xmlns:p14="http://schemas.microsoft.com/office/powerpoint/2010/main" val="234976942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Описание команды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Рисунок 10">
            <a:extLst>
              <a:ext uri="{FF2B5EF4-FFF2-40B4-BE49-F238E27FC236}">
                <a16:creationId xmlns:a16="http://schemas.microsoft.com/office/drawing/2014/main" id="{DB9898DE-D265-4051-B751-CA3C0058CECA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6894095" y="1044081"/>
            <a:ext cx="4962943" cy="2221824"/>
          </a:xfrm>
        </p:spPr>
        <p:txBody>
          <a:bodyPr anchor="ctr" anchorCtr="0"/>
          <a:lstStyle>
            <a:lvl1pPr>
              <a:defRPr/>
            </a:lvl1pPr>
          </a:lstStyle>
          <a:p>
            <a:r>
              <a:rPr lang="ru-RU" dirty="0"/>
              <a:t>Фото команды</a:t>
            </a:r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1CA6654-BEE5-24C9-BC9D-BB6D2E0BEFA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46075" y="395288"/>
            <a:ext cx="11244772" cy="376138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>
            <a:lvl1pPr>
              <a:defRPr/>
            </a:lvl1pPr>
          </a:lstStyle>
          <a:p>
            <a:r>
              <a:rPr lang="ru-RU" dirty="0"/>
              <a:t>КОМАНДА «НТ АЛЬЯНС»</a:t>
            </a:r>
          </a:p>
        </p:txBody>
      </p:sp>
    </p:spTree>
    <p:extLst>
      <p:ext uri="{BB962C8B-B14F-4D97-AF65-F5344CB8AC3E}">
        <p14:creationId xmlns:p14="http://schemas.microsoft.com/office/powerpoint/2010/main" val="166295058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Команд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Дата 3">
            <a:extLst>
              <a:ext uri="{FF2B5EF4-FFF2-40B4-BE49-F238E27FC236}">
                <a16:creationId xmlns:a16="http://schemas.microsoft.com/office/drawing/2014/main" id="{916B7A0B-21BC-45FE-AFF7-52F34B6D0F8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67EB9651-F031-4963-AFE9-33BCC0E88757}" type="datetime1">
              <a:rPr lang="ru-RU" smtClean="0"/>
              <a:t>02.10.2026</a:t>
            </a:fld>
            <a:endParaRPr lang="ru-RU"/>
          </a:p>
        </p:txBody>
      </p:sp>
      <p:sp>
        <p:nvSpPr>
          <p:cNvPr id="6" name="Нижний колонтитул 4">
            <a:extLst>
              <a:ext uri="{FF2B5EF4-FFF2-40B4-BE49-F238E27FC236}">
                <a16:creationId xmlns:a16="http://schemas.microsoft.com/office/drawing/2014/main" id="{6D393D3D-D368-4E15-8F2F-7A07229A98A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7" name="Номер слайда 5">
            <a:extLst>
              <a:ext uri="{FF2B5EF4-FFF2-40B4-BE49-F238E27FC236}">
                <a16:creationId xmlns:a16="http://schemas.microsoft.com/office/drawing/2014/main" id="{0F5F999C-FF8F-49FD-8575-A50C0300C4F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13507" y="6356358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52DCC5B9-D646-4B76-891F-6FF4E74E9CB4}" type="slidenum">
              <a:rPr lang="ru-RU" smtClean="0"/>
              <a:pPr/>
              <a:t>‹#›</a:t>
            </a:fld>
            <a:endParaRPr lang="ru-RU" dirty="0"/>
          </a:p>
        </p:txBody>
      </p:sp>
      <p:sp>
        <p:nvSpPr>
          <p:cNvPr id="45" name="Заголовок 1">
            <a:extLst>
              <a:ext uri="{FF2B5EF4-FFF2-40B4-BE49-F238E27FC236}">
                <a16:creationId xmlns:a16="http://schemas.microsoft.com/office/drawing/2014/main" id="{DD9DB7EE-83C4-47FA-86C2-BDA70A05315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46075" y="395288"/>
            <a:ext cx="11244772" cy="376138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>
            <a:lvl1pPr>
              <a:defRPr/>
            </a:lvl1pPr>
          </a:lstStyle>
          <a:p>
            <a:r>
              <a:rPr lang="ru-RU" dirty="0"/>
              <a:t>КОМАНДА «НТ АЛЬЯНС»</a:t>
            </a:r>
          </a:p>
        </p:txBody>
      </p:sp>
      <p:sp>
        <p:nvSpPr>
          <p:cNvPr id="47" name="Текст 35">
            <a:extLst>
              <a:ext uri="{FF2B5EF4-FFF2-40B4-BE49-F238E27FC236}">
                <a16:creationId xmlns:a16="http://schemas.microsoft.com/office/drawing/2014/main" id="{FACA3955-006D-424E-AF29-FC0EE3BE8601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806323" y="4192124"/>
            <a:ext cx="1843581" cy="1576498"/>
          </a:xfrm>
          <a:prstGeom prst="rect">
            <a:avLst/>
          </a:prstGeom>
          <a:ln>
            <a:noFill/>
          </a:ln>
        </p:spPr>
        <p:txBody>
          <a:bodyPr>
            <a:normAutofit/>
          </a:bodyPr>
          <a:lstStyle>
            <a:lvl1pPr marL="144688" indent="-144688">
              <a:buClr>
                <a:schemeClr val="accent1"/>
              </a:buClr>
              <a:buFont typeface="Wingdings" pitchFamily="2" charset="2"/>
              <a:buChar char="§"/>
              <a:defRPr sz="1400"/>
            </a:lvl1pPr>
          </a:lstStyle>
          <a:p>
            <a:pPr lvl="0"/>
            <a:r>
              <a:rPr lang="ru-RU" dirty="0"/>
              <a:t>Роль в команде</a:t>
            </a:r>
          </a:p>
          <a:p>
            <a:pPr lvl="0"/>
            <a:r>
              <a:rPr lang="en-US" dirty="0"/>
              <a:t>Telegram</a:t>
            </a:r>
          </a:p>
          <a:p>
            <a:pPr lvl="0"/>
            <a:r>
              <a:rPr lang="ru-RU" dirty="0"/>
              <a:t>Номер</a:t>
            </a:r>
          </a:p>
        </p:txBody>
      </p:sp>
      <p:sp>
        <p:nvSpPr>
          <p:cNvPr id="49" name="Текст 35">
            <a:extLst>
              <a:ext uri="{FF2B5EF4-FFF2-40B4-BE49-F238E27FC236}">
                <a16:creationId xmlns:a16="http://schemas.microsoft.com/office/drawing/2014/main" id="{D134429E-1F41-4952-92F7-E1A3625ABBD9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3014568" y="4192124"/>
            <a:ext cx="1843581" cy="1576498"/>
          </a:xfrm>
          <a:prstGeom prst="rect">
            <a:avLst/>
          </a:prstGeom>
          <a:ln>
            <a:noFill/>
          </a:ln>
        </p:spPr>
        <p:txBody>
          <a:bodyPr>
            <a:normAutofit/>
          </a:bodyPr>
          <a:lstStyle>
            <a:lvl1pPr marL="144688" indent="-144688">
              <a:buClr>
                <a:schemeClr val="accent1"/>
              </a:buClr>
              <a:buFont typeface="Wingdings" pitchFamily="2" charset="2"/>
              <a:buChar char="§"/>
              <a:defRPr sz="1400"/>
            </a:lvl1pPr>
          </a:lstStyle>
          <a:p>
            <a:pPr lvl="0"/>
            <a:r>
              <a:rPr lang="ru-RU" dirty="0"/>
              <a:t>Роль в команде</a:t>
            </a:r>
          </a:p>
          <a:p>
            <a:pPr lvl="0"/>
            <a:r>
              <a:rPr lang="en-US" dirty="0"/>
              <a:t>Telegram</a:t>
            </a:r>
          </a:p>
          <a:p>
            <a:pPr lvl="0"/>
            <a:r>
              <a:rPr lang="ru-RU" dirty="0"/>
              <a:t>Номер</a:t>
            </a:r>
          </a:p>
        </p:txBody>
      </p:sp>
      <p:sp>
        <p:nvSpPr>
          <p:cNvPr id="51" name="Текст 35">
            <a:extLst>
              <a:ext uri="{FF2B5EF4-FFF2-40B4-BE49-F238E27FC236}">
                <a16:creationId xmlns:a16="http://schemas.microsoft.com/office/drawing/2014/main" id="{62B71317-1166-483E-8736-3204197AE648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5191192" y="4192124"/>
            <a:ext cx="1843581" cy="1576498"/>
          </a:xfrm>
          <a:prstGeom prst="rect">
            <a:avLst/>
          </a:prstGeom>
          <a:ln>
            <a:noFill/>
          </a:ln>
        </p:spPr>
        <p:txBody>
          <a:bodyPr>
            <a:normAutofit/>
          </a:bodyPr>
          <a:lstStyle>
            <a:lvl1pPr marL="144688" indent="-144688">
              <a:buClr>
                <a:schemeClr val="accent1"/>
              </a:buClr>
              <a:buFont typeface="Wingdings" pitchFamily="2" charset="2"/>
              <a:buChar char="§"/>
              <a:defRPr sz="1400"/>
            </a:lvl1pPr>
          </a:lstStyle>
          <a:p>
            <a:pPr lvl="0"/>
            <a:r>
              <a:rPr lang="ru-RU" dirty="0"/>
              <a:t>Роль в команде</a:t>
            </a:r>
          </a:p>
          <a:p>
            <a:pPr lvl="0"/>
            <a:r>
              <a:rPr lang="en-US" dirty="0"/>
              <a:t>Telegram</a:t>
            </a:r>
          </a:p>
          <a:p>
            <a:pPr lvl="0"/>
            <a:r>
              <a:rPr lang="ru-RU" dirty="0"/>
              <a:t>Номер</a:t>
            </a:r>
          </a:p>
        </p:txBody>
      </p:sp>
      <p:sp>
        <p:nvSpPr>
          <p:cNvPr id="53" name="Текст 35">
            <a:extLst>
              <a:ext uri="{FF2B5EF4-FFF2-40B4-BE49-F238E27FC236}">
                <a16:creationId xmlns:a16="http://schemas.microsoft.com/office/drawing/2014/main" id="{FE441C73-4DA4-470D-B9C8-52D6075710B5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7366644" y="4192124"/>
            <a:ext cx="1843581" cy="1576498"/>
          </a:xfrm>
          <a:prstGeom prst="rect">
            <a:avLst/>
          </a:prstGeom>
          <a:ln>
            <a:noFill/>
          </a:ln>
        </p:spPr>
        <p:txBody>
          <a:bodyPr>
            <a:normAutofit/>
          </a:bodyPr>
          <a:lstStyle>
            <a:lvl1pPr marL="144688" indent="-144688">
              <a:buClr>
                <a:schemeClr val="accent1"/>
              </a:buClr>
              <a:buFont typeface="Wingdings" pitchFamily="2" charset="2"/>
              <a:buChar char="§"/>
              <a:defRPr sz="1400"/>
            </a:lvl1pPr>
          </a:lstStyle>
          <a:p>
            <a:pPr lvl="0"/>
            <a:r>
              <a:rPr lang="ru-RU" dirty="0"/>
              <a:t>Роль в команде</a:t>
            </a:r>
          </a:p>
          <a:p>
            <a:pPr lvl="0"/>
            <a:r>
              <a:rPr lang="en-US" dirty="0"/>
              <a:t>Telegram</a:t>
            </a:r>
          </a:p>
          <a:p>
            <a:pPr lvl="0"/>
            <a:r>
              <a:rPr lang="ru-RU" dirty="0"/>
              <a:t>Номер</a:t>
            </a:r>
          </a:p>
        </p:txBody>
      </p:sp>
      <p:sp>
        <p:nvSpPr>
          <p:cNvPr id="55" name="Текст 35">
            <a:extLst>
              <a:ext uri="{FF2B5EF4-FFF2-40B4-BE49-F238E27FC236}">
                <a16:creationId xmlns:a16="http://schemas.microsoft.com/office/drawing/2014/main" id="{8792BADF-06A6-41F5-BB39-A425B78E145D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9542096" y="4192124"/>
            <a:ext cx="1843581" cy="1576498"/>
          </a:xfrm>
          <a:prstGeom prst="rect">
            <a:avLst/>
          </a:prstGeom>
          <a:ln>
            <a:noFill/>
          </a:ln>
        </p:spPr>
        <p:txBody>
          <a:bodyPr>
            <a:normAutofit/>
          </a:bodyPr>
          <a:lstStyle>
            <a:lvl1pPr marL="144688" indent="-144688">
              <a:buClr>
                <a:schemeClr val="accent1"/>
              </a:buClr>
              <a:buFont typeface="Wingdings" pitchFamily="2" charset="2"/>
              <a:buChar char="§"/>
              <a:defRPr sz="1400"/>
            </a:lvl1pPr>
          </a:lstStyle>
          <a:p>
            <a:pPr lvl="0"/>
            <a:r>
              <a:rPr lang="ru-RU" dirty="0"/>
              <a:t>Роль в команде</a:t>
            </a:r>
          </a:p>
          <a:p>
            <a:pPr lvl="0"/>
            <a:r>
              <a:rPr lang="en-US" dirty="0"/>
              <a:t>Telegram</a:t>
            </a:r>
          </a:p>
          <a:p>
            <a:pPr lvl="0"/>
            <a:r>
              <a:rPr lang="ru-RU" dirty="0"/>
              <a:t>Номер</a:t>
            </a:r>
          </a:p>
        </p:txBody>
      </p:sp>
    </p:spTree>
    <p:extLst>
      <p:ext uri="{BB962C8B-B14F-4D97-AF65-F5344CB8AC3E}">
        <p14:creationId xmlns:p14="http://schemas.microsoft.com/office/powerpoint/2010/main" val="218743508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Пустой с заголовко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Дата 3">
            <a:extLst>
              <a:ext uri="{FF2B5EF4-FFF2-40B4-BE49-F238E27FC236}">
                <a16:creationId xmlns:a16="http://schemas.microsoft.com/office/drawing/2014/main" id="{1BE2B7EA-895D-4C57-B021-3ADF48C5983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1021F813-DBA1-42EC-A748-A9CC16659E6B}" type="datetime1">
              <a:rPr lang="ru-RU" smtClean="0"/>
              <a:t>02.10.2026</a:t>
            </a:fld>
            <a:endParaRPr lang="ru-RU"/>
          </a:p>
        </p:txBody>
      </p:sp>
      <p:sp>
        <p:nvSpPr>
          <p:cNvPr id="10" name="Нижний колонтитул 4">
            <a:extLst>
              <a:ext uri="{FF2B5EF4-FFF2-40B4-BE49-F238E27FC236}">
                <a16:creationId xmlns:a16="http://schemas.microsoft.com/office/drawing/2014/main" id="{8A502BD2-9512-4029-B654-E898F0583F0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11" name="Номер слайда 5">
            <a:extLst>
              <a:ext uri="{FF2B5EF4-FFF2-40B4-BE49-F238E27FC236}">
                <a16:creationId xmlns:a16="http://schemas.microsoft.com/office/drawing/2014/main" id="{E6724899-9B39-4945-8292-0304D1DFF6A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13507" y="6356358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52DCC5B9-D646-4B76-891F-6FF4E74E9CB4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06643281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Текст 2">
            <a:extLst>
              <a:ext uri="{FF2B5EF4-FFF2-40B4-BE49-F238E27FC236}">
                <a16:creationId xmlns:a16="http://schemas.microsoft.com/office/drawing/2014/main" id="{35915C91-9468-44E0-9A6A-47C151E1C59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15392" y="1016177"/>
            <a:ext cx="11561229" cy="516079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>
              <a:defRPr>
                <a:solidFill>
                  <a:schemeClr val="bg1">
                    <a:lumMod val="95000"/>
                  </a:schemeClr>
                </a:solidFill>
              </a:defRPr>
            </a:lvl1pPr>
            <a:lvl2pPr>
              <a:defRPr>
                <a:solidFill>
                  <a:schemeClr val="bg1">
                    <a:lumMod val="95000"/>
                  </a:schemeClr>
                </a:solidFill>
              </a:defRPr>
            </a:lvl2pPr>
            <a:lvl3pPr>
              <a:defRPr>
                <a:solidFill>
                  <a:schemeClr val="bg1">
                    <a:lumMod val="95000"/>
                  </a:schemeClr>
                </a:solidFill>
              </a:defRPr>
            </a:lvl3pPr>
            <a:lvl4pPr>
              <a:defRPr>
                <a:solidFill>
                  <a:schemeClr val="bg1">
                    <a:lumMod val="95000"/>
                  </a:schemeClr>
                </a:solidFill>
              </a:defRPr>
            </a:lvl4pPr>
            <a:lvl5pPr>
              <a:defRPr>
                <a:solidFill>
                  <a:schemeClr val="bg1">
                    <a:lumMod val="95000"/>
                  </a:schemeClr>
                </a:solidFill>
              </a:defRPr>
            </a:lvl5pPr>
          </a:lstStyle>
          <a:p>
            <a:pPr lvl="0"/>
            <a:r>
              <a:rPr lang="ru-RU" dirty="0"/>
              <a:t>Образец текста</a:t>
            </a:r>
          </a:p>
          <a:p>
            <a:pPr lvl="1"/>
            <a:r>
              <a:rPr lang="ru-RU" dirty="0"/>
              <a:t>Второй уровень</a:t>
            </a:r>
          </a:p>
          <a:p>
            <a:pPr lvl="2"/>
            <a:r>
              <a:rPr lang="ru-RU" dirty="0"/>
              <a:t>Третий уровень</a:t>
            </a:r>
          </a:p>
          <a:p>
            <a:pPr lvl="3"/>
            <a:r>
              <a:rPr lang="ru-RU" dirty="0"/>
              <a:t>Четвертый уровень</a:t>
            </a:r>
          </a:p>
          <a:p>
            <a:pPr lvl="4"/>
            <a:r>
              <a:rPr lang="ru-RU" dirty="0"/>
              <a:t>Пятый уровень</a:t>
            </a:r>
          </a:p>
        </p:txBody>
      </p:sp>
      <p:sp>
        <p:nvSpPr>
          <p:cNvPr id="21" name="Дата 3">
            <a:extLst>
              <a:ext uri="{FF2B5EF4-FFF2-40B4-BE49-F238E27FC236}">
                <a16:creationId xmlns:a16="http://schemas.microsoft.com/office/drawing/2014/main" id="{6043336A-E468-4FC7-B11B-D72F244391A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7DE2642A-6018-4CC1-81AB-5FD8D2782D4F}" type="datetime1">
              <a:rPr lang="ru-RU" smtClean="0"/>
              <a:t>02.10.2026</a:t>
            </a:fld>
            <a:endParaRPr lang="ru-RU"/>
          </a:p>
        </p:txBody>
      </p:sp>
      <p:sp>
        <p:nvSpPr>
          <p:cNvPr id="22" name="Нижний колонтитул 4">
            <a:extLst>
              <a:ext uri="{FF2B5EF4-FFF2-40B4-BE49-F238E27FC236}">
                <a16:creationId xmlns:a16="http://schemas.microsoft.com/office/drawing/2014/main" id="{49E78A2F-D265-4D7D-BF63-75BF9ACF92A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23" name="Номер слайда 5">
            <a:extLst>
              <a:ext uri="{FF2B5EF4-FFF2-40B4-BE49-F238E27FC236}">
                <a16:creationId xmlns:a16="http://schemas.microsoft.com/office/drawing/2014/main" id="{25A0EB89-1F02-40E6-9D89-EAA34874BF0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13507" y="6356358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52DCC5B9-D646-4B76-891F-6FF4E74E9CB4}" type="slidenum">
              <a:rPr lang="ru-RU" smtClean="0"/>
              <a:pPr/>
              <a:t>‹#›</a:t>
            </a:fld>
            <a:endParaRPr lang="ru-RU" dirty="0"/>
          </a:p>
        </p:txBody>
      </p:sp>
      <p:sp>
        <p:nvSpPr>
          <p:cNvPr id="24" name="Заголовок 1">
            <a:extLst>
              <a:ext uri="{FF2B5EF4-FFF2-40B4-BE49-F238E27FC236}">
                <a16:creationId xmlns:a16="http://schemas.microsoft.com/office/drawing/2014/main" id="{D3BCB09B-B5ED-4308-BCBC-7DB6BF7E0D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6075" y="421226"/>
            <a:ext cx="9862734" cy="376138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>
            <a:lvl1pPr>
              <a:defRPr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r>
              <a:rPr lang="ru-RU" dirty="0"/>
              <a:t>ОБРАЗЕЦ ЗАГОЛОВКА</a:t>
            </a:r>
          </a:p>
        </p:txBody>
      </p:sp>
    </p:spTree>
    <p:extLst>
      <p:ext uri="{BB962C8B-B14F-4D97-AF65-F5344CB8AC3E}">
        <p14:creationId xmlns:p14="http://schemas.microsoft.com/office/powerpoint/2010/main" val="324688990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>
            <a:extLst>
              <a:ext uri="{FF2B5EF4-FFF2-40B4-BE49-F238E27FC236}">
                <a16:creationId xmlns:a16="http://schemas.microsoft.com/office/drawing/2014/main" id="{DE4079CB-26E5-4E7E-8375-84F47484485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315387" y="1016001"/>
            <a:ext cx="5704418" cy="5184774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C0B9B70F-56BE-4BFF-9AF1-3E24439A89A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6" y="1016001"/>
            <a:ext cx="5670473" cy="5184774"/>
          </a:xfrm>
        </p:spPr>
        <p:txBody>
          <a:bodyPr/>
          <a:lstStyle/>
          <a:p>
            <a:pPr lvl="0"/>
            <a:r>
              <a:rPr lang="ru-RU" dirty="0"/>
              <a:t>Образец текста</a:t>
            </a:r>
          </a:p>
          <a:p>
            <a:pPr lvl="1"/>
            <a:r>
              <a:rPr lang="ru-RU" dirty="0"/>
              <a:t>Второй уровень</a:t>
            </a:r>
          </a:p>
          <a:p>
            <a:pPr lvl="2"/>
            <a:r>
              <a:rPr lang="ru-RU" dirty="0"/>
              <a:t>Третий уровень</a:t>
            </a:r>
          </a:p>
          <a:p>
            <a:pPr lvl="3"/>
            <a:r>
              <a:rPr lang="ru-RU" dirty="0"/>
              <a:t>Четвертый уровень</a:t>
            </a:r>
          </a:p>
          <a:p>
            <a:pPr lvl="4"/>
            <a:r>
              <a:rPr lang="ru-RU" dirty="0"/>
              <a:t>Пятый уровень</a:t>
            </a:r>
          </a:p>
        </p:txBody>
      </p:sp>
      <p:sp>
        <p:nvSpPr>
          <p:cNvPr id="14" name="Дата 3">
            <a:extLst>
              <a:ext uri="{FF2B5EF4-FFF2-40B4-BE49-F238E27FC236}">
                <a16:creationId xmlns:a16="http://schemas.microsoft.com/office/drawing/2014/main" id="{A4424B46-3BA8-41B1-9808-8558C0F0E6E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43014BBE-C503-4380-A869-5EE8294FE947}" type="datetime1">
              <a:rPr lang="ru-RU" smtClean="0"/>
              <a:t>02.10.2026</a:t>
            </a:fld>
            <a:endParaRPr lang="ru-RU"/>
          </a:p>
        </p:txBody>
      </p:sp>
      <p:sp>
        <p:nvSpPr>
          <p:cNvPr id="15" name="Нижний колонтитул 4">
            <a:extLst>
              <a:ext uri="{FF2B5EF4-FFF2-40B4-BE49-F238E27FC236}">
                <a16:creationId xmlns:a16="http://schemas.microsoft.com/office/drawing/2014/main" id="{4D73747B-1894-47A4-9E8B-797D1562EA7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16" name="Номер слайда 5">
            <a:extLst>
              <a:ext uri="{FF2B5EF4-FFF2-40B4-BE49-F238E27FC236}">
                <a16:creationId xmlns:a16="http://schemas.microsoft.com/office/drawing/2014/main" id="{0C3B5973-5E99-43F7-82C6-8E450D7A985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13507" y="6356358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52DCC5B9-D646-4B76-891F-6FF4E74E9CB4}" type="slidenum">
              <a:rPr lang="ru-RU" smtClean="0"/>
              <a:pPr/>
              <a:t>‹#›</a:t>
            </a:fld>
            <a:endParaRPr lang="ru-RU" dirty="0"/>
          </a:p>
        </p:txBody>
      </p:sp>
      <p:sp>
        <p:nvSpPr>
          <p:cNvPr id="17" name="Заголовок 1">
            <a:extLst>
              <a:ext uri="{FF2B5EF4-FFF2-40B4-BE49-F238E27FC236}">
                <a16:creationId xmlns:a16="http://schemas.microsoft.com/office/drawing/2014/main" id="{96698D82-4C1C-4876-84CF-285AAC9104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6075" y="421226"/>
            <a:ext cx="9862734" cy="376138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/>
          <a:p>
            <a:r>
              <a:rPr lang="ru-RU" dirty="0"/>
              <a:t>ОБРАЗЕЦ ЗАГОЛОВКА</a:t>
            </a:r>
          </a:p>
        </p:txBody>
      </p:sp>
    </p:spTree>
    <p:extLst>
      <p:ext uri="{BB962C8B-B14F-4D97-AF65-F5344CB8AC3E}">
        <p14:creationId xmlns:p14="http://schemas.microsoft.com/office/powerpoint/2010/main" val="21586937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Текст 2">
            <a:extLst>
              <a:ext uri="{FF2B5EF4-FFF2-40B4-BE49-F238E27FC236}">
                <a16:creationId xmlns:a16="http://schemas.microsoft.com/office/drawing/2014/main" id="{D286EEAA-87D1-47A5-B9C0-E5BAD703F03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15386" y="1015427"/>
            <a:ext cx="5682193" cy="365125"/>
          </a:xfrm>
        </p:spPr>
        <p:txBody>
          <a:bodyPr anchor="b">
            <a:normAutofit/>
          </a:bodyPr>
          <a:lstStyle>
            <a:lvl1pPr marL="0" indent="0">
              <a:buNone/>
              <a:defRPr sz="1400" b="1"/>
            </a:lvl1pPr>
            <a:lvl2pPr marL="289378" indent="0">
              <a:buNone/>
              <a:defRPr sz="1266" b="1"/>
            </a:lvl2pPr>
            <a:lvl3pPr marL="578755" indent="0">
              <a:buNone/>
              <a:defRPr sz="1141" b="1"/>
            </a:lvl3pPr>
            <a:lvl4pPr marL="868132" indent="0">
              <a:buNone/>
              <a:defRPr sz="1013" b="1"/>
            </a:lvl4pPr>
            <a:lvl5pPr marL="1157510" indent="0">
              <a:buNone/>
              <a:defRPr sz="1013" b="1"/>
            </a:lvl5pPr>
            <a:lvl6pPr marL="1446887" indent="0">
              <a:buNone/>
              <a:defRPr sz="1013" b="1"/>
            </a:lvl6pPr>
            <a:lvl7pPr marL="1736266" indent="0">
              <a:buNone/>
              <a:defRPr sz="1013" b="1"/>
            </a:lvl7pPr>
            <a:lvl8pPr marL="2025644" indent="0">
              <a:buNone/>
              <a:defRPr sz="1013" b="1"/>
            </a:lvl8pPr>
            <a:lvl9pPr marL="2315021" indent="0">
              <a:buNone/>
              <a:defRPr sz="1013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4A2D29F1-B583-4C98-B07B-171DC3552B4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349334" y="1598615"/>
            <a:ext cx="5648250" cy="4602160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ru-RU" dirty="0"/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DE6D3064-465D-4982-AF9F-41FF98FCBF9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5" y="1015427"/>
            <a:ext cx="5684841" cy="365125"/>
          </a:xfrm>
        </p:spPr>
        <p:txBody>
          <a:bodyPr anchor="b">
            <a:normAutofit/>
          </a:bodyPr>
          <a:lstStyle>
            <a:lvl1pPr marL="0" indent="0">
              <a:buNone/>
              <a:defRPr sz="1400" b="1"/>
            </a:lvl1pPr>
            <a:lvl2pPr marL="289378" indent="0">
              <a:buNone/>
              <a:defRPr sz="1266" b="1"/>
            </a:lvl2pPr>
            <a:lvl3pPr marL="578755" indent="0">
              <a:buNone/>
              <a:defRPr sz="1141" b="1"/>
            </a:lvl3pPr>
            <a:lvl4pPr marL="868132" indent="0">
              <a:buNone/>
              <a:defRPr sz="1013" b="1"/>
            </a:lvl4pPr>
            <a:lvl5pPr marL="1157510" indent="0">
              <a:buNone/>
              <a:defRPr sz="1013" b="1"/>
            </a:lvl5pPr>
            <a:lvl6pPr marL="1446887" indent="0">
              <a:buNone/>
              <a:defRPr sz="1013" b="1"/>
            </a:lvl6pPr>
            <a:lvl7pPr marL="1736266" indent="0">
              <a:buNone/>
              <a:defRPr sz="1013" b="1"/>
            </a:lvl7pPr>
            <a:lvl8pPr marL="2025644" indent="0">
              <a:buNone/>
              <a:defRPr sz="1013" b="1"/>
            </a:lvl8pPr>
            <a:lvl9pPr marL="2315021" indent="0">
              <a:buNone/>
              <a:defRPr sz="1013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960E92CA-C4D7-4946-B437-9FCD4AA3134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2" y="1598615"/>
            <a:ext cx="5670473" cy="4602160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12" name="Дата 3">
            <a:extLst>
              <a:ext uri="{FF2B5EF4-FFF2-40B4-BE49-F238E27FC236}">
                <a16:creationId xmlns:a16="http://schemas.microsoft.com/office/drawing/2014/main" id="{50BC46DB-57AA-4551-8F67-742F842E120D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0D568497-304A-497F-ADAE-97D3CF462C1C}" type="datetime1">
              <a:rPr lang="ru-RU" smtClean="0"/>
              <a:t>02.10.2026</a:t>
            </a:fld>
            <a:endParaRPr lang="ru-RU"/>
          </a:p>
        </p:txBody>
      </p:sp>
      <p:sp>
        <p:nvSpPr>
          <p:cNvPr id="13" name="Нижний колонтитул 4">
            <a:extLst>
              <a:ext uri="{FF2B5EF4-FFF2-40B4-BE49-F238E27FC236}">
                <a16:creationId xmlns:a16="http://schemas.microsoft.com/office/drawing/2014/main" id="{F2048DE5-D653-4BDE-8495-A22EF4A50A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14" name="Номер слайда 5">
            <a:extLst>
              <a:ext uri="{FF2B5EF4-FFF2-40B4-BE49-F238E27FC236}">
                <a16:creationId xmlns:a16="http://schemas.microsoft.com/office/drawing/2014/main" id="{E0E8C4D1-B7B4-4A6B-87A1-354341CD6A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13507" y="6356358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52DCC5B9-D646-4B76-891F-6FF4E74E9CB4}" type="slidenum">
              <a:rPr lang="ru-RU" smtClean="0"/>
              <a:pPr/>
              <a:t>‹#›</a:t>
            </a:fld>
            <a:endParaRPr lang="ru-RU" dirty="0"/>
          </a:p>
        </p:txBody>
      </p:sp>
      <p:sp>
        <p:nvSpPr>
          <p:cNvPr id="15" name="Заголовок 1">
            <a:extLst>
              <a:ext uri="{FF2B5EF4-FFF2-40B4-BE49-F238E27FC236}">
                <a16:creationId xmlns:a16="http://schemas.microsoft.com/office/drawing/2014/main" id="{B533CD5F-4B3E-426C-9977-6EFBE36EEA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9334" y="421226"/>
            <a:ext cx="9862734" cy="376138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/>
          <a:p>
            <a:r>
              <a:rPr lang="ru-RU" dirty="0"/>
              <a:t>ОБРАЗЕЦ ЗАГОЛОВКА</a:t>
            </a:r>
          </a:p>
        </p:txBody>
      </p:sp>
    </p:spTree>
    <p:extLst>
      <p:ext uri="{BB962C8B-B14F-4D97-AF65-F5344CB8AC3E}">
        <p14:creationId xmlns:p14="http://schemas.microsoft.com/office/powerpoint/2010/main" val="144947142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Дата 3">
            <a:extLst>
              <a:ext uri="{FF2B5EF4-FFF2-40B4-BE49-F238E27FC236}">
                <a16:creationId xmlns:a16="http://schemas.microsoft.com/office/drawing/2014/main" id="{916B7A0B-21BC-45FE-AFF7-52F34B6D0F8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92CB240C-04A3-49D4-83F9-87A9C6C414DC}" type="datetime1">
              <a:rPr lang="ru-RU" smtClean="0"/>
              <a:t>02.10.2026</a:t>
            </a:fld>
            <a:endParaRPr lang="ru-RU"/>
          </a:p>
        </p:txBody>
      </p:sp>
      <p:sp>
        <p:nvSpPr>
          <p:cNvPr id="6" name="Нижний колонтитул 4">
            <a:extLst>
              <a:ext uri="{FF2B5EF4-FFF2-40B4-BE49-F238E27FC236}">
                <a16:creationId xmlns:a16="http://schemas.microsoft.com/office/drawing/2014/main" id="{6D393D3D-D368-4E15-8F2F-7A07229A98A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7" name="Номер слайда 5">
            <a:extLst>
              <a:ext uri="{FF2B5EF4-FFF2-40B4-BE49-F238E27FC236}">
                <a16:creationId xmlns:a16="http://schemas.microsoft.com/office/drawing/2014/main" id="{0F5F999C-FF8F-49FD-8575-A50C0300C4F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13507" y="6356358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52DCC5B9-D646-4B76-891F-6FF4E74E9CB4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85513828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8799615-B88F-452A-A6CA-6793B831650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34966" y="1015999"/>
            <a:ext cx="4437062" cy="1213417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ru-RU" dirty="0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5B30D2CC-2D7F-43FF-B9B4-355F7E46430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94" y="1015999"/>
            <a:ext cx="6673847" cy="5049521"/>
          </a:xfrm>
        </p:spPr>
        <p:txBody>
          <a:bodyPr>
            <a:normAutofit/>
          </a:bodyPr>
          <a:lstStyle>
            <a:lvl1pPr>
              <a:defRPr sz="1773"/>
            </a:lvl1pPr>
            <a:lvl2pPr>
              <a:defRPr sz="1520"/>
            </a:lvl2pPr>
            <a:lvl3pPr>
              <a:defRPr sz="1266"/>
            </a:lvl3pPr>
            <a:lvl4pPr>
              <a:defRPr sz="1141"/>
            </a:lvl4pPr>
            <a:lvl5pPr>
              <a:defRPr sz="1141"/>
            </a:lvl5pPr>
            <a:lvl6pPr>
              <a:defRPr sz="1266"/>
            </a:lvl6pPr>
            <a:lvl7pPr>
              <a:defRPr sz="1266"/>
            </a:lvl7pPr>
            <a:lvl8pPr>
              <a:defRPr sz="1266"/>
            </a:lvl8pPr>
            <a:lvl9pPr>
              <a:defRPr sz="1266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23E8D86B-609C-423A-9220-D7DC81877B7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334966" y="2428239"/>
            <a:ext cx="4437062" cy="3637281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289378" indent="0">
              <a:buNone/>
              <a:defRPr sz="886"/>
            </a:lvl2pPr>
            <a:lvl3pPr marL="578755" indent="0">
              <a:buNone/>
              <a:defRPr sz="760"/>
            </a:lvl3pPr>
            <a:lvl4pPr marL="868132" indent="0">
              <a:buNone/>
              <a:defRPr sz="631"/>
            </a:lvl4pPr>
            <a:lvl5pPr marL="1157510" indent="0">
              <a:buNone/>
              <a:defRPr sz="631"/>
            </a:lvl5pPr>
            <a:lvl6pPr marL="1446887" indent="0">
              <a:buNone/>
              <a:defRPr sz="631"/>
            </a:lvl6pPr>
            <a:lvl7pPr marL="1736266" indent="0">
              <a:buNone/>
              <a:defRPr sz="631"/>
            </a:lvl7pPr>
            <a:lvl8pPr marL="2025644" indent="0">
              <a:buNone/>
              <a:defRPr sz="631"/>
            </a:lvl8pPr>
            <a:lvl9pPr marL="2315021" indent="0">
              <a:buNone/>
              <a:defRPr sz="63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8" name="Дата 3">
            <a:extLst>
              <a:ext uri="{FF2B5EF4-FFF2-40B4-BE49-F238E27FC236}">
                <a16:creationId xmlns:a16="http://schemas.microsoft.com/office/drawing/2014/main" id="{3D3B951D-08AE-4736-8D36-4EB9974DAC4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DE74468B-3512-454B-AB51-7AE95604D39E}" type="datetime1">
              <a:rPr lang="ru-RU" smtClean="0"/>
              <a:t>02.10.2026</a:t>
            </a:fld>
            <a:endParaRPr lang="ru-RU"/>
          </a:p>
        </p:txBody>
      </p:sp>
      <p:sp>
        <p:nvSpPr>
          <p:cNvPr id="9" name="Нижний колонтитул 4">
            <a:extLst>
              <a:ext uri="{FF2B5EF4-FFF2-40B4-BE49-F238E27FC236}">
                <a16:creationId xmlns:a16="http://schemas.microsoft.com/office/drawing/2014/main" id="{D1D906C7-232A-4192-A02B-35F76470023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10" name="Номер слайда 5">
            <a:extLst>
              <a:ext uri="{FF2B5EF4-FFF2-40B4-BE49-F238E27FC236}">
                <a16:creationId xmlns:a16="http://schemas.microsoft.com/office/drawing/2014/main" id="{0E0F42FE-1DE2-4412-B92B-28748FBE7FC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13507" y="6356358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52DCC5B9-D646-4B76-891F-6FF4E74E9CB4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45585014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Дата 4">
            <a:extLst>
              <a:ext uri="{FF2B5EF4-FFF2-40B4-BE49-F238E27FC236}">
                <a16:creationId xmlns:a16="http://schemas.microsoft.com/office/drawing/2014/main" id="{6492DF34-242F-4712-ACC0-85E96FE006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AB2196-A440-4E25-B9FF-D0ADB01B1A15}" type="datetime1">
              <a:rPr lang="ru-RU" smtClean="0"/>
              <a:t>02.10.2026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A5BFC209-E220-4DB1-9582-A06EDB7066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11" name="Заголовок 1">
            <a:extLst>
              <a:ext uri="{FF2B5EF4-FFF2-40B4-BE49-F238E27FC236}">
                <a16:creationId xmlns:a16="http://schemas.microsoft.com/office/drawing/2014/main" id="{F045645C-2F92-4AF1-B96A-C79DEB76E78C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802640" y="3922529"/>
            <a:ext cx="5293359" cy="1654542"/>
          </a:xfrm>
        </p:spPr>
        <p:txBody>
          <a:bodyPr anchor="ctr" anchorCtr="0"/>
          <a:lstStyle>
            <a:lvl1pPr algn="l">
              <a:defRPr sz="28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r>
              <a:rPr lang="ru-RU" dirty="0"/>
              <a:t>ОБРАЗЕЦ ЗАГОЛОВКА</a:t>
            </a:r>
          </a:p>
        </p:txBody>
      </p:sp>
      <p:sp>
        <p:nvSpPr>
          <p:cNvPr id="18" name="Номер слайда 5">
            <a:extLst>
              <a:ext uri="{FF2B5EF4-FFF2-40B4-BE49-F238E27FC236}">
                <a16:creationId xmlns:a16="http://schemas.microsoft.com/office/drawing/2014/main" id="{424E19F6-1411-4AFE-9677-D4180DA214C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13507" y="6356358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52DCC5B9-D646-4B76-891F-6FF4E74E9CB4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4057157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Содержание_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Дата 3">
            <a:extLst>
              <a:ext uri="{FF2B5EF4-FFF2-40B4-BE49-F238E27FC236}">
                <a16:creationId xmlns:a16="http://schemas.microsoft.com/office/drawing/2014/main" id="{916B7A0B-21BC-45FE-AFF7-52F34B6D0F8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C7BAE699-64F9-49EF-B784-2DEF2B221955}" type="datetime1">
              <a:rPr lang="ru-RU" smtClean="0"/>
              <a:t>02.10.2026</a:t>
            </a:fld>
            <a:endParaRPr lang="ru-RU"/>
          </a:p>
        </p:txBody>
      </p:sp>
      <p:sp>
        <p:nvSpPr>
          <p:cNvPr id="6" name="Нижний колонтитул 4">
            <a:extLst>
              <a:ext uri="{FF2B5EF4-FFF2-40B4-BE49-F238E27FC236}">
                <a16:creationId xmlns:a16="http://schemas.microsoft.com/office/drawing/2014/main" id="{6D393D3D-D368-4E15-8F2F-7A07229A98A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7" name="Номер слайда 5">
            <a:extLst>
              <a:ext uri="{FF2B5EF4-FFF2-40B4-BE49-F238E27FC236}">
                <a16:creationId xmlns:a16="http://schemas.microsoft.com/office/drawing/2014/main" id="{0F5F999C-FF8F-49FD-8575-A50C0300C4F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13507" y="6356358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52DCC5B9-D646-4B76-891F-6FF4E74E9CB4}" type="slidenum">
              <a:rPr lang="ru-RU" smtClean="0"/>
              <a:pPr/>
              <a:t>‹#›</a:t>
            </a:fld>
            <a:endParaRPr lang="ru-RU" dirty="0"/>
          </a:p>
        </p:txBody>
      </p:sp>
      <p:sp>
        <p:nvSpPr>
          <p:cNvPr id="11" name="Текст 6">
            <a:extLst>
              <a:ext uri="{FF2B5EF4-FFF2-40B4-BE49-F238E27FC236}">
                <a16:creationId xmlns:a16="http://schemas.microsoft.com/office/drawing/2014/main" id="{A8E19DA3-4B31-4259-B9A7-5F7A2E642854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1873541" y="1222713"/>
            <a:ext cx="3866856" cy="423628"/>
          </a:xfrm>
        </p:spPr>
        <p:txBody>
          <a:bodyPr>
            <a:noAutofit/>
          </a:bodyPr>
          <a:lstStyle>
            <a:lvl1pPr marL="0" indent="0">
              <a:buNone/>
              <a:defRPr sz="1600" b="1">
                <a:solidFill>
                  <a:schemeClr val="accent2"/>
                </a:solidFill>
              </a:defRPr>
            </a:lvl1pPr>
          </a:lstStyle>
          <a:p>
            <a:pPr lvl="0"/>
            <a:r>
              <a:rPr lang="ru-RU" dirty="0"/>
              <a:t>Заголовок</a:t>
            </a:r>
          </a:p>
        </p:txBody>
      </p:sp>
      <p:sp>
        <p:nvSpPr>
          <p:cNvPr id="12" name="Текст 9">
            <a:extLst>
              <a:ext uri="{FF2B5EF4-FFF2-40B4-BE49-F238E27FC236}">
                <a16:creationId xmlns:a16="http://schemas.microsoft.com/office/drawing/2014/main" id="{42FEA996-0F55-4FCB-8FCC-C78FEA766CFA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1873544" y="1790324"/>
            <a:ext cx="3866856" cy="672075"/>
          </a:xfrm>
        </p:spPr>
        <p:txBody>
          <a:bodyPr>
            <a:normAutofit/>
          </a:bodyPr>
          <a:lstStyle>
            <a:lvl2pPr>
              <a:defRPr sz="1400"/>
            </a:lvl2pPr>
          </a:lstStyle>
          <a:p>
            <a:pPr lvl="1"/>
            <a:r>
              <a:rPr lang="ru-RU" dirty="0"/>
              <a:t>Описание</a:t>
            </a:r>
          </a:p>
        </p:txBody>
      </p:sp>
      <p:sp>
        <p:nvSpPr>
          <p:cNvPr id="13" name="Текст 6">
            <a:extLst>
              <a:ext uri="{FF2B5EF4-FFF2-40B4-BE49-F238E27FC236}">
                <a16:creationId xmlns:a16="http://schemas.microsoft.com/office/drawing/2014/main" id="{C4D8DFD8-867D-4062-800E-27B73FA83BFA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1854185" y="2826697"/>
            <a:ext cx="3866856" cy="403756"/>
          </a:xfrm>
        </p:spPr>
        <p:txBody>
          <a:bodyPr>
            <a:noAutofit/>
          </a:bodyPr>
          <a:lstStyle>
            <a:lvl1pPr marL="0" indent="0">
              <a:buNone/>
              <a:defRPr sz="1600" b="1">
                <a:solidFill>
                  <a:schemeClr val="accent2"/>
                </a:solidFill>
              </a:defRPr>
            </a:lvl1pPr>
          </a:lstStyle>
          <a:p>
            <a:pPr lvl="0"/>
            <a:r>
              <a:rPr lang="ru-RU" dirty="0"/>
              <a:t>Заголовок</a:t>
            </a:r>
          </a:p>
        </p:txBody>
      </p:sp>
      <p:sp>
        <p:nvSpPr>
          <p:cNvPr id="14" name="Текст 9">
            <a:extLst>
              <a:ext uri="{FF2B5EF4-FFF2-40B4-BE49-F238E27FC236}">
                <a16:creationId xmlns:a16="http://schemas.microsoft.com/office/drawing/2014/main" id="{01B4FB59-79EB-42C6-8468-505204DD843D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1854185" y="3374436"/>
            <a:ext cx="3866856" cy="672075"/>
          </a:xfrm>
        </p:spPr>
        <p:txBody>
          <a:bodyPr>
            <a:normAutofit/>
          </a:bodyPr>
          <a:lstStyle>
            <a:lvl2pPr>
              <a:defRPr sz="1400"/>
            </a:lvl2pPr>
          </a:lstStyle>
          <a:p>
            <a:pPr lvl="1"/>
            <a:r>
              <a:rPr lang="ru-RU" dirty="0"/>
              <a:t>Описание</a:t>
            </a:r>
          </a:p>
        </p:txBody>
      </p:sp>
      <p:sp>
        <p:nvSpPr>
          <p:cNvPr id="15" name="Текст 6">
            <a:extLst>
              <a:ext uri="{FF2B5EF4-FFF2-40B4-BE49-F238E27FC236}">
                <a16:creationId xmlns:a16="http://schemas.microsoft.com/office/drawing/2014/main" id="{2DD2E24E-A578-41A0-8812-3CEB5EB7DE20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1854185" y="4410809"/>
            <a:ext cx="3866856" cy="403913"/>
          </a:xfrm>
        </p:spPr>
        <p:txBody>
          <a:bodyPr>
            <a:noAutofit/>
          </a:bodyPr>
          <a:lstStyle>
            <a:lvl1pPr marL="0" indent="0">
              <a:buNone/>
              <a:defRPr sz="1600" b="1">
                <a:solidFill>
                  <a:schemeClr val="accent2"/>
                </a:solidFill>
              </a:defRPr>
            </a:lvl1pPr>
          </a:lstStyle>
          <a:p>
            <a:pPr lvl="0"/>
            <a:r>
              <a:rPr lang="ru-RU" dirty="0"/>
              <a:t>Заголовок</a:t>
            </a:r>
          </a:p>
        </p:txBody>
      </p:sp>
      <p:sp>
        <p:nvSpPr>
          <p:cNvPr id="16" name="Текст 9">
            <a:extLst>
              <a:ext uri="{FF2B5EF4-FFF2-40B4-BE49-F238E27FC236}">
                <a16:creationId xmlns:a16="http://schemas.microsoft.com/office/drawing/2014/main" id="{29120726-8DD9-4194-A282-2630D18F49EA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1854185" y="4958548"/>
            <a:ext cx="3866856" cy="672075"/>
          </a:xfrm>
        </p:spPr>
        <p:txBody>
          <a:bodyPr>
            <a:normAutofit/>
          </a:bodyPr>
          <a:lstStyle>
            <a:lvl2pPr>
              <a:defRPr sz="1400"/>
            </a:lvl2pPr>
          </a:lstStyle>
          <a:p>
            <a:pPr lvl="1"/>
            <a:r>
              <a:rPr lang="ru-RU" dirty="0"/>
              <a:t>Описание</a:t>
            </a:r>
          </a:p>
        </p:txBody>
      </p:sp>
      <p:sp>
        <p:nvSpPr>
          <p:cNvPr id="20" name="Текст 6">
            <a:extLst>
              <a:ext uri="{FF2B5EF4-FFF2-40B4-BE49-F238E27FC236}">
                <a16:creationId xmlns:a16="http://schemas.microsoft.com/office/drawing/2014/main" id="{F30BC2DD-F35E-474E-A833-EA478E7F80B7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7546648" y="1222713"/>
            <a:ext cx="3866856" cy="423628"/>
          </a:xfrm>
        </p:spPr>
        <p:txBody>
          <a:bodyPr>
            <a:noAutofit/>
          </a:bodyPr>
          <a:lstStyle>
            <a:lvl1pPr marL="0" indent="0">
              <a:buNone/>
              <a:defRPr sz="1600" b="1">
                <a:solidFill>
                  <a:schemeClr val="accent2"/>
                </a:solidFill>
              </a:defRPr>
            </a:lvl1pPr>
          </a:lstStyle>
          <a:p>
            <a:pPr lvl="0"/>
            <a:r>
              <a:rPr lang="ru-RU" dirty="0"/>
              <a:t>Заголовок</a:t>
            </a:r>
          </a:p>
        </p:txBody>
      </p:sp>
      <p:sp>
        <p:nvSpPr>
          <p:cNvPr id="21" name="Текст 9">
            <a:extLst>
              <a:ext uri="{FF2B5EF4-FFF2-40B4-BE49-F238E27FC236}">
                <a16:creationId xmlns:a16="http://schemas.microsoft.com/office/drawing/2014/main" id="{7124A073-4FEB-4F54-A9B4-6797D7B46CC3}"/>
              </a:ext>
            </a:extLst>
          </p:cNvPr>
          <p:cNvSpPr>
            <a:spLocks noGrp="1"/>
          </p:cNvSpPr>
          <p:nvPr>
            <p:ph type="body" sz="quarter" idx="44" hasCustomPrompt="1"/>
          </p:nvPr>
        </p:nvSpPr>
        <p:spPr>
          <a:xfrm>
            <a:off x="7546651" y="1790324"/>
            <a:ext cx="3866856" cy="672075"/>
          </a:xfrm>
        </p:spPr>
        <p:txBody>
          <a:bodyPr>
            <a:normAutofit/>
          </a:bodyPr>
          <a:lstStyle>
            <a:lvl2pPr>
              <a:defRPr sz="1400"/>
            </a:lvl2pPr>
          </a:lstStyle>
          <a:p>
            <a:pPr lvl="1"/>
            <a:r>
              <a:rPr lang="ru-RU" dirty="0"/>
              <a:t>Описание</a:t>
            </a:r>
          </a:p>
        </p:txBody>
      </p:sp>
      <p:sp>
        <p:nvSpPr>
          <p:cNvPr id="22" name="Текст 6">
            <a:extLst>
              <a:ext uri="{FF2B5EF4-FFF2-40B4-BE49-F238E27FC236}">
                <a16:creationId xmlns:a16="http://schemas.microsoft.com/office/drawing/2014/main" id="{17FB4F65-9ABC-4376-8283-0F33F9BB91D6}"/>
              </a:ext>
            </a:extLst>
          </p:cNvPr>
          <p:cNvSpPr>
            <a:spLocks noGrp="1"/>
          </p:cNvSpPr>
          <p:nvPr>
            <p:ph type="body" sz="quarter" idx="45" hasCustomPrompt="1"/>
          </p:nvPr>
        </p:nvSpPr>
        <p:spPr>
          <a:xfrm>
            <a:off x="7527292" y="2826697"/>
            <a:ext cx="3866856" cy="403756"/>
          </a:xfrm>
        </p:spPr>
        <p:txBody>
          <a:bodyPr>
            <a:noAutofit/>
          </a:bodyPr>
          <a:lstStyle>
            <a:lvl1pPr marL="0" indent="0">
              <a:buNone/>
              <a:defRPr sz="1600" b="1">
                <a:solidFill>
                  <a:schemeClr val="accent2"/>
                </a:solidFill>
              </a:defRPr>
            </a:lvl1pPr>
          </a:lstStyle>
          <a:p>
            <a:pPr lvl="0"/>
            <a:r>
              <a:rPr lang="ru-RU" dirty="0"/>
              <a:t>Заголовок</a:t>
            </a:r>
          </a:p>
        </p:txBody>
      </p:sp>
      <p:sp>
        <p:nvSpPr>
          <p:cNvPr id="23" name="Текст 9">
            <a:extLst>
              <a:ext uri="{FF2B5EF4-FFF2-40B4-BE49-F238E27FC236}">
                <a16:creationId xmlns:a16="http://schemas.microsoft.com/office/drawing/2014/main" id="{C2E3AAAD-E9EB-4A42-ADAF-EDA850F01ED1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7527292" y="3374436"/>
            <a:ext cx="3866856" cy="672075"/>
          </a:xfrm>
        </p:spPr>
        <p:txBody>
          <a:bodyPr>
            <a:normAutofit/>
          </a:bodyPr>
          <a:lstStyle>
            <a:lvl2pPr>
              <a:defRPr sz="1400"/>
            </a:lvl2pPr>
          </a:lstStyle>
          <a:p>
            <a:pPr lvl="1"/>
            <a:r>
              <a:rPr lang="ru-RU" dirty="0"/>
              <a:t>Описание</a:t>
            </a:r>
          </a:p>
        </p:txBody>
      </p:sp>
      <p:sp>
        <p:nvSpPr>
          <p:cNvPr id="24" name="Текст 6">
            <a:extLst>
              <a:ext uri="{FF2B5EF4-FFF2-40B4-BE49-F238E27FC236}">
                <a16:creationId xmlns:a16="http://schemas.microsoft.com/office/drawing/2014/main" id="{835470A4-56EB-4A53-A875-42155372D2DA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>
          <a:xfrm>
            <a:off x="7527292" y="4410809"/>
            <a:ext cx="3866856" cy="403913"/>
          </a:xfrm>
        </p:spPr>
        <p:txBody>
          <a:bodyPr>
            <a:noAutofit/>
          </a:bodyPr>
          <a:lstStyle>
            <a:lvl1pPr marL="0" indent="0">
              <a:buNone/>
              <a:defRPr sz="1600" b="1">
                <a:solidFill>
                  <a:schemeClr val="accent2"/>
                </a:solidFill>
              </a:defRPr>
            </a:lvl1pPr>
          </a:lstStyle>
          <a:p>
            <a:pPr lvl="0"/>
            <a:r>
              <a:rPr lang="ru-RU" dirty="0"/>
              <a:t>Заголовок</a:t>
            </a:r>
          </a:p>
        </p:txBody>
      </p:sp>
      <p:sp>
        <p:nvSpPr>
          <p:cNvPr id="25" name="Текст 9">
            <a:extLst>
              <a:ext uri="{FF2B5EF4-FFF2-40B4-BE49-F238E27FC236}">
                <a16:creationId xmlns:a16="http://schemas.microsoft.com/office/drawing/2014/main" id="{ED3CC4C2-7EF9-4A4B-BDD1-B16EF36B84C3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7527292" y="4958548"/>
            <a:ext cx="3866856" cy="672075"/>
          </a:xfrm>
        </p:spPr>
        <p:txBody>
          <a:bodyPr>
            <a:normAutofit/>
          </a:bodyPr>
          <a:lstStyle>
            <a:lvl2pPr>
              <a:defRPr sz="1400"/>
            </a:lvl2pPr>
          </a:lstStyle>
          <a:p>
            <a:pPr lvl="1"/>
            <a:r>
              <a:rPr lang="ru-RU" dirty="0"/>
              <a:t>Описание</a:t>
            </a:r>
          </a:p>
        </p:txBody>
      </p:sp>
      <p:sp>
        <p:nvSpPr>
          <p:cNvPr id="26" name="Заголовок 1">
            <a:extLst>
              <a:ext uri="{FF2B5EF4-FFF2-40B4-BE49-F238E27FC236}">
                <a16:creationId xmlns:a16="http://schemas.microsoft.com/office/drawing/2014/main" id="{55CB4C33-0A35-4822-B0EF-4E754699A1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6075" y="421226"/>
            <a:ext cx="9862734" cy="376138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/>
          <a:p>
            <a:r>
              <a:rPr lang="ru-RU" dirty="0"/>
              <a:t>ОБРАЗЕЦ ЗАГОЛОВКА</a:t>
            </a:r>
          </a:p>
        </p:txBody>
      </p:sp>
      <p:sp>
        <p:nvSpPr>
          <p:cNvPr id="27" name="Текст 6">
            <a:extLst>
              <a:ext uri="{FF2B5EF4-FFF2-40B4-BE49-F238E27FC236}">
                <a16:creationId xmlns:a16="http://schemas.microsoft.com/office/drawing/2014/main" id="{53CEA4EC-5717-426C-A1A1-534D0A055245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778493" y="1187988"/>
            <a:ext cx="771003" cy="423628"/>
          </a:xfrm>
        </p:spPr>
        <p:txBody>
          <a:bodyPr>
            <a:noAutofit/>
          </a:bodyPr>
          <a:lstStyle>
            <a:lvl1pPr marL="0" indent="0">
              <a:buNone/>
              <a:defRPr sz="2800" b="0">
                <a:solidFill>
                  <a:schemeClr val="accent2"/>
                </a:solidFill>
              </a:defRPr>
            </a:lvl1pPr>
          </a:lstStyle>
          <a:p>
            <a:pPr lvl="0"/>
            <a:r>
              <a:rPr lang="ru-RU" dirty="0"/>
              <a:t>01</a:t>
            </a:r>
          </a:p>
        </p:txBody>
      </p:sp>
      <p:sp>
        <p:nvSpPr>
          <p:cNvPr id="28" name="Текст 6">
            <a:extLst>
              <a:ext uri="{FF2B5EF4-FFF2-40B4-BE49-F238E27FC236}">
                <a16:creationId xmlns:a16="http://schemas.microsoft.com/office/drawing/2014/main" id="{ECD22E46-ECAB-4A6C-9243-E1661118B477}"/>
              </a:ext>
            </a:extLst>
          </p:cNvPr>
          <p:cNvSpPr>
            <a:spLocks noGrp="1"/>
          </p:cNvSpPr>
          <p:nvPr>
            <p:ph type="body" sz="quarter" idx="50" hasCustomPrompt="1"/>
          </p:nvPr>
        </p:nvSpPr>
        <p:spPr>
          <a:xfrm>
            <a:off x="759137" y="2791972"/>
            <a:ext cx="771003" cy="403756"/>
          </a:xfrm>
        </p:spPr>
        <p:txBody>
          <a:bodyPr>
            <a:noAutofit/>
          </a:bodyPr>
          <a:lstStyle>
            <a:lvl1pPr marL="0" indent="0">
              <a:buNone/>
              <a:defRPr sz="2800" b="0">
                <a:solidFill>
                  <a:schemeClr val="accent2"/>
                </a:solidFill>
              </a:defRPr>
            </a:lvl1pPr>
          </a:lstStyle>
          <a:p>
            <a:pPr lvl="0"/>
            <a:r>
              <a:rPr lang="ru-RU" dirty="0"/>
              <a:t>02</a:t>
            </a:r>
          </a:p>
        </p:txBody>
      </p:sp>
      <p:sp>
        <p:nvSpPr>
          <p:cNvPr id="29" name="Текст 6">
            <a:extLst>
              <a:ext uri="{FF2B5EF4-FFF2-40B4-BE49-F238E27FC236}">
                <a16:creationId xmlns:a16="http://schemas.microsoft.com/office/drawing/2014/main" id="{A3CA815C-23B0-4736-B973-0A405AFC5D08}"/>
              </a:ext>
            </a:extLst>
          </p:cNvPr>
          <p:cNvSpPr>
            <a:spLocks noGrp="1"/>
          </p:cNvSpPr>
          <p:nvPr>
            <p:ph type="body" sz="quarter" idx="51" hasCustomPrompt="1"/>
          </p:nvPr>
        </p:nvSpPr>
        <p:spPr>
          <a:xfrm>
            <a:off x="759137" y="4376084"/>
            <a:ext cx="771003" cy="403913"/>
          </a:xfrm>
        </p:spPr>
        <p:txBody>
          <a:bodyPr>
            <a:noAutofit/>
          </a:bodyPr>
          <a:lstStyle>
            <a:lvl1pPr marL="0" indent="0">
              <a:buNone/>
              <a:defRPr sz="2800" b="0">
                <a:solidFill>
                  <a:schemeClr val="accent2"/>
                </a:solidFill>
              </a:defRPr>
            </a:lvl1pPr>
          </a:lstStyle>
          <a:p>
            <a:pPr lvl="0"/>
            <a:r>
              <a:rPr lang="ru-RU" dirty="0"/>
              <a:t>03</a:t>
            </a:r>
          </a:p>
        </p:txBody>
      </p:sp>
      <p:sp>
        <p:nvSpPr>
          <p:cNvPr id="30" name="Текст 6">
            <a:extLst>
              <a:ext uri="{FF2B5EF4-FFF2-40B4-BE49-F238E27FC236}">
                <a16:creationId xmlns:a16="http://schemas.microsoft.com/office/drawing/2014/main" id="{0C64CE05-E630-4FDE-B773-3165E579B3B6}"/>
              </a:ext>
            </a:extLst>
          </p:cNvPr>
          <p:cNvSpPr>
            <a:spLocks noGrp="1"/>
          </p:cNvSpPr>
          <p:nvPr>
            <p:ph type="body" sz="quarter" idx="52" hasCustomPrompt="1"/>
          </p:nvPr>
        </p:nvSpPr>
        <p:spPr>
          <a:xfrm>
            <a:off x="6451600" y="1187988"/>
            <a:ext cx="771003" cy="423628"/>
          </a:xfrm>
        </p:spPr>
        <p:txBody>
          <a:bodyPr>
            <a:noAutofit/>
          </a:bodyPr>
          <a:lstStyle>
            <a:lvl1pPr marL="0" indent="0">
              <a:buNone/>
              <a:defRPr sz="2800" b="0">
                <a:solidFill>
                  <a:schemeClr val="accent2"/>
                </a:solidFill>
              </a:defRPr>
            </a:lvl1pPr>
          </a:lstStyle>
          <a:p>
            <a:pPr lvl="0"/>
            <a:r>
              <a:rPr lang="ru-RU" dirty="0"/>
              <a:t>04</a:t>
            </a:r>
          </a:p>
        </p:txBody>
      </p:sp>
      <p:sp>
        <p:nvSpPr>
          <p:cNvPr id="31" name="Текст 6">
            <a:extLst>
              <a:ext uri="{FF2B5EF4-FFF2-40B4-BE49-F238E27FC236}">
                <a16:creationId xmlns:a16="http://schemas.microsoft.com/office/drawing/2014/main" id="{52DBB510-86A6-45BB-B6E1-54FE5A86B490}"/>
              </a:ext>
            </a:extLst>
          </p:cNvPr>
          <p:cNvSpPr>
            <a:spLocks noGrp="1"/>
          </p:cNvSpPr>
          <p:nvPr>
            <p:ph type="body" sz="quarter" idx="53" hasCustomPrompt="1"/>
          </p:nvPr>
        </p:nvSpPr>
        <p:spPr>
          <a:xfrm>
            <a:off x="6432244" y="2791972"/>
            <a:ext cx="771003" cy="403756"/>
          </a:xfrm>
        </p:spPr>
        <p:txBody>
          <a:bodyPr>
            <a:noAutofit/>
          </a:bodyPr>
          <a:lstStyle>
            <a:lvl1pPr marL="0" indent="0">
              <a:buNone/>
              <a:defRPr sz="2800" b="0">
                <a:solidFill>
                  <a:schemeClr val="accent2"/>
                </a:solidFill>
              </a:defRPr>
            </a:lvl1pPr>
          </a:lstStyle>
          <a:p>
            <a:pPr lvl="0"/>
            <a:r>
              <a:rPr lang="ru-RU" dirty="0"/>
              <a:t>05</a:t>
            </a:r>
          </a:p>
        </p:txBody>
      </p:sp>
      <p:sp>
        <p:nvSpPr>
          <p:cNvPr id="32" name="Текст 6">
            <a:extLst>
              <a:ext uri="{FF2B5EF4-FFF2-40B4-BE49-F238E27FC236}">
                <a16:creationId xmlns:a16="http://schemas.microsoft.com/office/drawing/2014/main" id="{CA530A5B-20B1-4742-8CF2-55C8F5CC1E91}"/>
              </a:ext>
            </a:extLst>
          </p:cNvPr>
          <p:cNvSpPr>
            <a:spLocks noGrp="1"/>
          </p:cNvSpPr>
          <p:nvPr>
            <p:ph type="body" sz="quarter" idx="54" hasCustomPrompt="1"/>
          </p:nvPr>
        </p:nvSpPr>
        <p:spPr>
          <a:xfrm>
            <a:off x="6432244" y="4376084"/>
            <a:ext cx="771003" cy="403913"/>
          </a:xfrm>
        </p:spPr>
        <p:txBody>
          <a:bodyPr>
            <a:noAutofit/>
          </a:bodyPr>
          <a:lstStyle>
            <a:lvl1pPr marL="0" indent="0">
              <a:buNone/>
              <a:defRPr sz="2800" b="0">
                <a:solidFill>
                  <a:schemeClr val="accent2"/>
                </a:solidFill>
              </a:defRPr>
            </a:lvl1pPr>
          </a:lstStyle>
          <a:p>
            <a:pPr lvl="0"/>
            <a:r>
              <a:rPr lang="ru-RU" dirty="0"/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418885800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Фотографи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Дата 3">
            <a:extLst>
              <a:ext uri="{FF2B5EF4-FFF2-40B4-BE49-F238E27FC236}">
                <a16:creationId xmlns:a16="http://schemas.microsoft.com/office/drawing/2014/main" id="{916B7A0B-21BC-45FE-AFF7-52F34B6D0F8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CAFA80CC-940E-479C-90C0-76DA923785E9}" type="datetime1">
              <a:rPr lang="ru-RU" smtClean="0"/>
              <a:t>02.10.2026</a:t>
            </a:fld>
            <a:endParaRPr lang="ru-RU"/>
          </a:p>
        </p:txBody>
      </p:sp>
      <p:sp>
        <p:nvSpPr>
          <p:cNvPr id="6" name="Нижний колонтитул 4">
            <a:extLst>
              <a:ext uri="{FF2B5EF4-FFF2-40B4-BE49-F238E27FC236}">
                <a16:creationId xmlns:a16="http://schemas.microsoft.com/office/drawing/2014/main" id="{6D393D3D-D368-4E15-8F2F-7A07229A98A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7" name="Номер слайда 5">
            <a:extLst>
              <a:ext uri="{FF2B5EF4-FFF2-40B4-BE49-F238E27FC236}">
                <a16:creationId xmlns:a16="http://schemas.microsoft.com/office/drawing/2014/main" id="{0F5F999C-FF8F-49FD-8575-A50C0300C4F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13507" y="6356358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52DCC5B9-D646-4B76-891F-6FF4E74E9CB4}" type="slidenum">
              <a:rPr lang="ru-RU" smtClean="0"/>
              <a:pPr/>
              <a:t>‹#›</a:t>
            </a:fld>
            <a:endParaRPr lang="ru-RU" dirty="0"/>
          </a:p>
        </p:txBody>
      </p:sp>
      <p:sp>
        <p:nvSpPr>
          <p:cNvPr id="26" name="Заголовок 1">
            <a:extLst>
              <a:ext uri="{FF2B5EF4-FFF2-40B4-BE49-F238E27FC236}">
                <a16:creationId xmlns:a16="http://schemas.microsoft.com/office/drawing/2014/main" id="{55CB4C33-0A35-4822-B0EF-4E754699A1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2682" y="421226"/>
            <a:ext cx="9862734" cy="376138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/>
          <a:p>
            <a:r>
              <a:rPr lang="ru-RU" dirty="0"/>
              <a:t>ОБРАЗЕЦ ЗАГОЛОВКА</a:t>
            </a:r>
          </a:p>
        </p:txBody>
      </p:sp>
      <p:sp>
        <p:nvSpPr>
          <p:cNvPr id="27" name="Рисунок 7">
            <a:extLst>
              <a:ext uri="{FF2B5EF4-FFF2-40B4-BE49-F238E27FC236}">
                <a16:creationId xmlns:a16="http://schemas.microsoft.com/office/drawing/2014/main" id="{7F6989B1-EABA-40DD-BFD6-7E0075CDDEE8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7440147" y="1016001"/>
            <a:ext cx="4405777" cy="3078479"/>
          </a:xfrm>
        </p:spPr>
        <p:txBody>
          <a:bodyPr/>
          <a:lstStyle/>
          <a:p>
            <a:endParaRPr lang="ru-RU"/>
          </a:p>
        </p:txBody>
      </p:sp>
      <p:sp>
        <p:nvSpPr>
          <p:cNvPr id="28" name="Рисунок 9">
            <a:extLst>
              <a:ext uri="{FF2B5EF4-FFF2-40B4-BE49-F238E27FC236}">
                <a16:creationId xmlns:a16="http://schemas.microsoft.com/office/drawing/2014/main" id="{C157B27F-5477-43C4-BE9E-F7CF2A081F1A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7440149" y="4389108"/>
            <a:ext cx="4405775" cy="1811668"/>
          </a:xfrm>
        </p:spPr>
        <p:txBody>
          <a:bodyPr/>
          <a:lstStyle/>
          <a:p>
            <a:endParaRPr lang="ru-RU" dirty="0"/>
          </a:p>
        </p:txBody>
      </p:sp>
      <p:sp>
        <p:nvSpPr>
          <p:cNvPr id="29" name="Рисунок 11">
            <a:extLst>
              <a:ext uri="{FF2B5EF4-FFF2-40B4-BE49-F238E27FC236}">
                <a16:creationId xmlns:a16="http://schemas.microsoft.com/office/drawing/2014/main" id="{3E695B26-F7D2-4380-AAA1-0FB24A689AAD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346075" y="3223948"/>
            <a:ext cx="6806142" cy="2976827"/>
          </a:xfrm>
        </p:spPr>
        <p:txBody>
          <a:bodyPr/>
          <a:lstStyle/>
          <a:p>
            <a:endParaRPr lang="ru-RU"/>
          </a:p>
        </p:txBody>
      </p:sp>
      <p:sp>
        <p:nvSpPr>
          <p:cNvPr id="30" name="Текст 15">
            <a:extLst>
              <a:ext uri="{FF2B5EF4-FFF2-40B4-BE49-F238E27FC236}">
                <a16:creationId xmlns:a16="http://schemas.microsoft.com/office/drawing/2014/main" id="{7EA2CF14-9D94-4B6F-AAA7-0B38CBB654CE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346075" y="1016001"/>
            <a:ext cx="6806142" cy="2029882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</p:spTree>
    <p:extLst>
      <p:ext uri="{BB962C8B-B14F-4D97-AF65-F5344CB8AC3E}">
        <p14:creationId xmlns:p14="http://schemas.microsoft.com/office/powerpoint/2010/main" val="153601696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Пункты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Дата 3">
            <a:extLst>
              <a:ext uri="{FF2B5EF4-FFF2-40B4-BE49-F238E27FC236}">
                <a16:creationId xmlns:a16="http://schemas.microsoft.com/office/drawing/2014/main" id="{916B7A0B-21BC-45FE-AFF7-52F34B6D0F8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82A4DA7B-A7D8-4443-AD1C-4C7CDC678488}" type="datetime1">
              <a:rPr lang="ru-RU" smtClean="0"/>
              <a:t>02.10.2026</a:t>
            </a:fld>
            <a:endParaRPr lang="ru-RU"/>
          </a:p>
        </p:txBody>
      </p:sp>
      <p:sp>
        <p:nvSpPr>
          <p:cNvPr id="6" name="Нижний колонтитул 4">
            <a:extLst>
              <a:ext uri="{FF2B5EF4-FFF2-40B4-BE49-F238E27FC236}">
                <a16:creationId xmlns:a16="http://schemas.microsoft.com/office/drawing/2014/main" id="{6D393D3D-D368-4E15-8F2F-7A07229A98A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26" name="Заголовок 1">
            <a:extLst>
              <a:ext uri="{FF2B5EF4-FFF2-40B4-BE49-F238E27FC236}">
                <a16:creationId xmlns:a16="http://schemas.microsoft.com/office/drawing/2014/main" id="{55CB4C33-0A35-4822-B0EF-4E754699A1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1107" y="421226"/>
            <a:ext cx="9862734" cy="376138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/>
          <a:p>
            <a:r>
              <a:rPr lang="ru-RU" dirty="0"/>
              <a:t>ОБРАЗЕЦ ЗАГОЛОВКА</a:t>
            </a:r>
          </a:p>
        </p:txBody>
      </p:sp>
      <p:sp>
        <p:nvSpPr>
          <p:cNvPr id="23" name="Текст 101">
            <a:extLst>
              <a:ext uri="{FF2B5EF4-FFF2-40B4-BE49-F238E27FC236}">
                <a16:creationId xmlns:a16="http://schemas.microsoft.com/office/drawing/2014/main" id="{B61EFF39-7063-4F67-A1C0-B9D05F3602E3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994303" y="2973742"/>
            <a:ext cx="2190810" cy="910516"/>
          </a:xfrm>
        </p:spPr>
        <p:txBody>
          <a:bodyPr/>
          <a:lstStyle>
            <a:lvl1pPr marL="0" indent="0" algn="ctr">
              <a:buNone/>
              <a:defRPr lang="ru-RU" dirty="0"/>
            </a:lvl1pPr>
          </a:lstStyle>
          <a:p>
            <a:pPr lvl="0"/>
            <a:r>
              <a:rPr lang="ru-RU" dirty="0"/>
              <a:t>Текст</a:t>
            </a:r>
          </a:p>
        </p:txBody>
      </p:sp>
      <p:sp>
        <p:nvSpPr>
          <p:cNvPr id="75" name="Текст 74">
            <a:extLst>
              <a:ext uri="{FF2B5EF4-FFF2-40B4-BE49-F238E27FC236}">
                <a16:creationId xmlns:a16="http://schemas.microsoft.com/office/drawing/2014/main" id="{A0F2F041-BB01-463D-9CD2-6A231D592408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6662924" y="1588128"/>
            <a:ext cx="4902200" cy="712587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76" name="Текст 74">
            <a:extLst>
              <a:ext uri="{FF2B5EF4-FFF2-40B4-BE49-F238E27FC236}">
                <a16:creationId xmlns:a16="http://schemas.microsoft.com/office/drawing/2014/main" id="{58BDD636-A558-406A-A768-05FF3D12BD86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6662924" y="2445138"/>
            <a:ext cx="4902200" cy="712587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77" name="Текст 74">
            <a:extLst>
              <a:ext uri="{FF2B5EF4-FFF2-40B4-BE49-F238E27FC236}">
                <a16:creationId xmlns:a16="http://schemas.microsoft.com/office/drawing/2014/main" id="{53EE4994-79EE-43D0-B40B-E2DE25879B80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6662924" y="3302147"/>
            <a:ext cx="4902200" cy="712587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78" name="Текст 74">
            <a:extLst>
              <a:ext uri="{FF2B5EF4-FFF2-40B4-BE49-F238E27FC236}">
                <a16:creationId xmlns:a16="http://schemas.microsoft.com/office/drawing/2014/main" id="{4CD31D83-EE69-46A0-B5B2-B2969969DCFB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6662924" y="4159156"/>
            <a:ext cx="4902200" cy="712587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79" name="Текст 74">
            <a:extLst>
              <a:ext uri="{FF2B5EF4-FFF2-40B4-BE49-F238E27FC236}">
                <a16:creationId xmlns:a16="http://schemas.microsoft.com/office/drawing/2014/main" id="{BFB2A4EF-E632-42AC-82F0-453D4A95A9E4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6662924" y="5016166"/>
            <a:ext cx="4902200" cy="712587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</p:spTree>
    <p:extLst>
      <p:ext uri="{BB962C8B-B14F-4D97-AF65-F5344CB8AC3E}">
        <p14:creationId xmlns:p14="http://schemas.microsoft.com/office/powerpoint/2010/main" val="137610971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Статистик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Дата 3">
            <a:extLst>
              <a:ext uri="{FF2B5EF4-FFF2-40B4-BE49-F238E27FC236}">
                <a16:creationId xmlns:a16="http://schemas.microsoft.com/office/drawing/2014/main" id="{916B7A0B-21BC-45FE-AFF7-52F34B6D0F8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44E505DF-C567-47F2-9374-60838F800101}" type="datetime1">
              <a:rPr lang="ru-RU" smtClean="0"/>
              <a:t>02.10.2026</a:t>
            </a:fld>
            <a:endParaRPr lang="ru-RU"/>
          </a:p>
        </p:txBody>
      </p:sp>
      <p:sp>
        <p:nvSpPr>
          <p:cNvPr id="6" name="Нижний колонтитул 4">
            <a:extLst>
              <a:ext uri="{FF2B5EF4-FFF2-40B4-BE49-F238E27FC236}">
                <a16:creationId xmlns:a16="http://schemas.microsoft.com/office/drawing/2014/main" id="{6D393D3D-D368-4E15-8F2F-7A07229A98A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7" name="Номер слайда 5">
            <a:extLst>
              <a:ext uri="{FF2B5EF4-FFF2-40B4-BE49-F238E27FC236}">
                <a16:creationId xmlns:a16="http://schemas.microsoft.com/office/drawing/2014/main" id="{0F5F999C-FF8F-49FD-8575-A50C0300C4F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13507" y="6356358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52DCC5B9-D646-4B76-891F-6FF4E74E9CB4}" type="slidenum">
              <a:rPr lang="ru-RU" smtClean="0"/>
              <a:pPr/>
              <a:t>‹#›</a:t>
            </a:fld>
            <a:endParaRPr lang="ru-RU" dirty="0"/>
          </a:p>
        </p:txBody>
      </p:sp>
      <p:sp>
        <p:nvSpPr>
          <p:cNvPr id="26" name="Заголовок 1">
            <a:extLst>
              <a:ext uri="{FF2B5EF4-FFF2-40B4-BE49-F238E27FC236}">
                <a16:creationId xmlns:a16="http://schemas.microsoft.com/office/drawing/2014/main" id="{55CB4C33-0A35-4822-B0EF-4E754699A1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1107" y="421226"/>
            <a:ext cx="9862734" cy="376138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/>
          <a:p>
            <a:r>
              <a:rPr lang="ru-RU" dirty="0"/>
              <a:t>ОБРАЗЕЦ ЗАГОЛОВКА</a:t>
            </a:r>
          </a:p>
        </p:txBody>
      </p:sp>
      <p:sp>
        <p:nvSpPr>
          <p:cNvPr id="11" name="Текст 35">
            <a:extLst>
              <a:ext uri="{FF2B5EF4-FFF2-40B4-BE49-F238E27FC236}">
                <a16:creationId xmlns:a16="http://schemas.microsoft.com/office/drawing/2014/main" id="{B1350734-1D64-4861-9813-14C6593B8523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6683077" y="1026867"/>
            <a:ext cx="4790314" cy="1615356"/>
          </a:xfrm>
          <a:prstGeom prst="roundRect">
            <a:avLst/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800" b="1">
                <a:solidFill>
                  <a:schemeClr val="accent2"/>
                </a:solidFill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2" name="Текст 35">
            <a:extLst>
              <a:ext uri="{FF2B5EF4-FFF2-40B4-BE49-F238E27FC236}">
                <a16:creationId xmlns:a16="http://schemas.microsoft.com/office/drawing/2014/main" id="{010826A5-76AC-452C-9459-7CC1CCF22ED5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6683077" y="1626932"/>
            <a:ext cx="4790314" cy="1015291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4" name="Текст 35">
            <a:extLst>
              <a:ext uri="{FF2B5EF4-FFF2-40B4-BE49-F238E27FC236}">
                <a16:creationId xmlns:a16="http://schemas.microsoft.com/office/drawing/2014/main" id="{C694E912-AC3F-437A-90AD-A48291DCE9BD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6683077" y="2807582"/>
            <a:ext cx="4790314" cy="1615356"/>
          </a:xfrm>
          <a:prstGeom prst="roundRect">
            <a:avLst/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800" b="1">
                <a:solidFill>
                  <a:schemeClr val="accent2"/>
                </a:solidFill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5" name="Текст 35">
            <a:extLst>
              <a:ext uri="{FF2B5EF4-FFF2-40B4-BE49-F238E27FC236}">
                <a16:creationId xmlns:a16="http://schemas.microsoft.com/office/drawing/2014/main" id="{DE78EAF0-6854-4E73-A48A-917C1A86C3F4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6683077" y="3407647"/>
            <a:ext cx="4790314" cy="1015291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6" name="Текст 35">
            <a:extLst>
              <a:ext uri="{FF2B5EF4-FFF2-40B4-BE49-F238E27FC236}">
                <a16:creationId xmlns:a16="http://schemas.microsoft.com/office/drawing/2014/main" id="{72D68DD9-6181-4C35-909B-154E5E309C97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6683077" y="4584029"/>
            <a:ext cx="4790314" cy="1615356"/>
          </a:xfrm>
          <a:prstGeom prst="roundRect">
            <a:avLst/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800" b="1">
                <a:solidFill>
                  <a:schemeClr val="accent2"/>
                </a:solidFill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7" name="Текст 35">
            <a:extLst>
              <a:ext uri="{FF2B5EF4-FFF2-40B4-BE49-F238E27FC236}">
                <a16:creationId xmlns:a16="http://schemas.microsoft.com/office/drawing/2014/main" id="{7D5E34DD-827F-4597-BFDE-34D8830FB250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6683077" y="5184094"/>
            <a:ext cx="4790314" cy="1015291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</p:spTree>
    <p:extLst>
      <p:ext uri="{BB962C8B-B14F-4D97-AF65-F5344CB8AC3E}">
        <p14:creationId xmlns:p14="http://schemas.microsoft.com/office/powerpoint/2010/main" val="266994856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Статистик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Дата 3">
            <a:extLst>
              <a:ext uri="{FF2B5EF4-FFF2-40B4-BE49-F238E27FC236}">
                <a16:creationId xmlns:a16="http://schemas.microsoft.com/office/drawing/2014/main" id="{916B7A0B-21BC-45FE-AFF7-52F34B6D0F8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2938A0C3-5C2F-47B8-B008-79A49A1195BA}" type="datetime1">
              <a:rPr lang="ru-RU" smtClean="0"/>
              <a:t>02.10.2026</a:t>
            </a:fld>
            <a:endParaRPr lang="ru-RU"/>
          </a:p>
        </p:txBody>
      </p:sp>
      <p:sp>
        <p:nvSpPr>
          <p:cNvPr id="6" name="Нижний колонтитул 4">
            <a:extLst>
              <a:ext uri="{FF2B5EF4-FFF2-40B4-BE49-F238E27FC236}">
                <a16:creationId xmlns:a16="http://schemas.microsoft.com/office/drawing/2014/main" id="{6D393D3D-D368-4E15-8F2F-7A07229A98A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7" name="Номер слайда 5">
            <a:extLst>
              <a:ext uri="{FF2B5EF4-FFF2-40B4-BE49-F238E27FC236}">
                <a16:creationId xmlns:a16="http://schemas.microsoft.com/office/drawing/2014/main" id="{0F5F999C-FF8F-49FD-8575-A50C0300C4F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13507" y="6356358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52DCC5B9-D646-4B76-891F-6FF4E74E9CB4}" type="slidenum">
              <a:rPr lang="ru-RU" smtClean="0"/>
              <a:pPr/>
              <a:t>‹#›</a:t>
            </a:fld>
            <a:endParaRPr lang="ru-RU" dirty="0"/>
          </a:p>
        </p:txBody>
      </p:sp>
      <p:sp>
        <p:nvSpPr>
          <p:cNvPr id="26" name="Заголовок 1">
            <a:extLst>
              <a:ext uri="{FF2B5EF4-FFF2-40B4-BE49-F238E27FC236}">
                <a16:creationId xmlns:a16="http://schemas.microsoft.com/office/drawing/2014/main" id="{55CB4C33-0A35-4822-B0EF-4E754699A1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9532" y="421226"/>
            <a:ext cx="9862734" cy="376138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/>
          <a:p>
            <a:r>
              <a:rPr lang="ru-RU" dirty="0"/>
              <a:t>ОБРАЗЕЦ ЗАГОЛОВКА</a:t>
            </a:r>
          </a:p>
        </p:txBody>
      </p:sp>
      <p:sp>
        <p:nvSpPr>
          <p:cNvPr id="11" name="Текст 35">
            <a:extLst>
              <a:ext uri="{FF2B5EF4-FFF2-40B4-BE49-F238E27FC236}">
                <a16:creationId xmlns:a16="http://schemas.microsoft.com/office/drawing/2014/main" id="{B1350734-1D64-4861-9813-14C6593B8523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6683077" y="1016000"/>
            <a:ext cx="4790314" cy="1021701"/>
          </a:xfrm>
          <a:prstGeom prst="roundRect">
            <a:avLst/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80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2" name="Текст 35">
            <a:extLst>
              <a:ext uri="{FF2B5EF4-FFF2-40B4-BE49-F238E27FC236}">
                <a16:creationId xmlns:a16="http://schemas.microsoft.com/office/drawing/2014/main" id="{010826A5-76AC-452C-9459-7CC1CCF22ED5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6683077" y="1395537"/>
            <a:ext cx="4790314" cy="642164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4" name="Текст 35">
            <a:extLst>
              <a:ext uri="{FF2B5EF4-FFF2-40B4-BE49-F238E27FC236}">
                <a16:creationId xmlns:a16="http://schemas.microsoft.com/office/drawing/2014/main" id="{C694E912-AC3F-437A-90AD-A48291DCE9BD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6683077" y="2284561"/>
            <a:ext cx="4790314" cy="1021701"/>
          </a:xfrm>
          <a:prstGeom prst="roundRect">
            <a:avLst/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800" b="1">
                <a:solidFill>
                  <a:schemeClr val="accent5">
                    <a:lumMod val="60000"/>
                    <a:lumOff val="40000"/>
                  </a:schemeClr>
                </a:solidFill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5" name="Текст 35">
            <a:extLst>
              <a:ext uri="{FF2B5EF4-FFF2-40B4-BE49-F238E27FC236}">
                <a16:creationId xmlns:a16="http://schemas.microsoft.com/office/drawing/2014/main" id="{DE78EAF0-6854-4E73-A48A-917C1A86C3F4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6683077" y="2664098"/>
            <a:ext cx="4790314" cy="642164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6" name="Текст 35">
            <a:extLst>
              <a:ext uri="{FF2B5EF4-FFF2-40B4-BE49-F238E27FC236}">
                <a16:creationId xmlns:a16="http://schemas.microsoft.com/office/drawing/2014/main" id="{72D68DD9-6181-4C35-909B-154E5E309C97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6683077" y="3553122"/>
            <a:ext cx="4790314" cy="1021701"/>
          </a:xfrm>
          <a:prstGeom prst="roundRect">
            <a:avLst/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800" b="1">
                <a:solidFill>
                  <a:schemeClr val="accent4"/>
                </a:solidFill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7" name="Текст 35">
            <a:extLst>
              <a:ext uri="{FF2B5EF4-FFF2-40B4-BE49-F238E27FC236}">
                <a16:creationId xmlns:a16="http://schemas.microsoft.com/office/drawing/2014/main" id="{7D5E34DD-827F-4597-BFDE-34D8830FB250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6683077" y="3932659"/>
            <a:ext cx="4790314" cy="642164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8" name="Текст 35">
            <a:extLst>
              <a:ext uri="{FF2B5EF4-FFF2-40B4-BE49-F238E27FC236}">
                <a16:creationId xmlns:a16="http://schemas.microsoft.com/office/drawing/2014/main" id="{6305AE9F-2B19-4EA1-A48B-435746C35E60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6683077" y="4821684"/>
            <a:ext cx="4790314" cy="1021701"/>
          </a:xfrm>
          <a:prstGeom prst="roundRect">
            <a:avLst/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800" b="1">
                <a:solidFill>
                  <a:schemeClr val="accent2"/>
                </a:solidFill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9" name="Текст 35">
            <a:extLst>
              <a:ext uri="{FF2B5EF4-FFF2-40B4-BE49-F238E27FC236}">
                <a16:creationId xmlns:a16="http://schemas.microsoft.com/office/drawing/2014/main" id="{CF9D9CFB-62B9-4CE0-8770-0CB398D99F7E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6683077" y="5201221"/>
            <a:ext cx="4790314" cy="642164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</p:spTree>
    <p:extLst>
      <p:ext uri="{BB962C8B-B14F-4D97-AF65-F5344CB8AC3E}">
        <p14:creationId xmlns:p14="http://schemas.microsoft.com/office/powerpoint/2010/main" val="101638643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Статистик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Дата 3">
            <a:extLst>
              <a:ext uri="{FF2B5EF4-FFF2-40B4-BE49-F238E27FC236}">
                <a16:creationId xmlns:a16="http://schemas.microsoft.com/office/drawing/2014/main" id="{916B7A0B-21BC-45FE-AFF7-52F34B6D0F8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BF4F29EB-DFD0-428E-8E89-ED117A3553E3}" type="datetime1">
              <a:rPr lang="ru-RU" smtClean="0"/>
              <a:t>02.10.2026</a:t>
            </a:fld>
            <a:endParaRPr lang="ru-RU"/>
          </a:p>
        </p:txBody>
      </p:sp>
      <p:sp>
        <p:nvSpPr>
          <p:cNvPr id="6" name="Нижний колонтитул 4">
            <a:extLst>
              <a:ext uri="{FF2B5EF4-FFF2-40B4-BE49-F238E27FC236}">
                <a16:creationId xmlns:a16="http://schemas.microsoft.com/office/drawing/2014/main" id="{6D393D3D-D368-4E15-8F2F-7A07229A98A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7" name="Номер слайда 5">
            <a:extLst>
              <a:ext uri="{FF2B5EF4-FFF2-40B4-BE49-F238E27FC236}">
                <a16:creationId xmlns:a16="http://schemas.microsoft.com/office/drawing/2014/main" id="{0F5F999C-FF8F-49FD-8575-A50C0300C4F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13507" y="6356358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52DCC5B9-D646-4B76-891F-6FF4E74E9CB4}" type="slidenum">
              <a:rPr lang="ru-RU" smtClean="0"/>
              <a:pPr/>
              <a:t>‹#›</a:t>
            </a:fld>
            <a:endParaRPr lang="ru-RU" dirty="0"/>
          </a:p>
        </p:txBody>
      </p:sp>
      <p:sp>
        <p:nvSpPr>
          <p:cNvPr id="26" name="Заголовок 1">
            <a:extLst>
              <a:ext uri="{FF2B5EF4-FFF2-40B4-BE49-F238E27FC236}">
                <a16:creationId xmlns:a16="http://schemas.microsoft.com/office/drawing/2014/main" id="{55CB4C33-0A35-4822-B0EF-4E754699A1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7721" y="421226"/>
            <a:ext cx="9862734" cy="376138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/>
          <a:p>
            <a:r>
              <a:rPr lang="ru-RU" dirty="0"/>
              <a:t>ОБРАЗЕЦ ЗАГОЛОВКА</a:t>
            </a:r>
          </a:p>
        </p:txBody>
      </p:sp>
      <p:sp>
        <p:nvSpPr>
          <p:cNvPr id="11" name="Текст 35">
            <a:extLst>
              <a:ext uri="{FF2B5EF4-FFF2-40B4-BE49-F238E27FC236}">
                <a16:creationId xmlns:a16="http://schemas.microsoft.com/office/drawing/2014/main" id="{B1350734-1D64-4861-9813-14C6593B8523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6683077" y="1016000"/>
            <a:ext cx="4790314" cy="1021701"/>
          </a:xfrm>
          <a:prstGeom prst="roundRect">
            <a:avLst/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80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2" name="Текст 35">
            <a:extLst>
              <a:ext uri="{FF2B5EF4-FFF2-40B4-BE49-F238E27FC236}">
                <a16:creationId xmlns:a16="http://schemas.microsoft.com/office/drawing/2014/main" id="{010826A5-76AC-452C-9459-7CC1CCF22ED5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6683077" y="1395537"/>
            <a:ext cx="4790314" cy="642164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4" name="Текст 35">
            <a:extLst>
              <a:ext uri="{FF2B5EF4-FFF2-40B4-BE49-F238E27FC236}">
                <a16:creationId xmlns:a16="http://schemas.microsoft.com/office/drawing/2014/main" id="{C694E912-AC3F-437A-90AD-A48291DCE9BD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6683077" y="2284561"/>
            <a:ext cx="4790314" cy="1021701"/>
          </a:xfrm>
          <a:prstGeom prst="roundRect">
            <a:avLst/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800" b="1">
                <a:solidFill>
                  <a:schemeClr val="accent5">
                    <a:lumMod val="60000"/>
                    <a:lumOff val="40000"/>
                  </a:schemeClr>
                </a:solidFill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5" name="Текст 35">
            <a:extLst>
              <a:ext uri="{FF2B5EF4-FFF2-40B4-BE49-F238E27FC236}">
                <a16:creationId xmlns:a16="http://schemas.microsoft.com/office/drawing/2014/main" id="{DE78EAF0-6854-4E73-A48A-917C1A86C3F4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6683077" y="2664098"/>
            <a:ext cx="4790314" cy="642164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6" name="Текст 35">
            <a:extLst>
              <a:ext uri="{FF2B5EF4-FFF2-40B4-BE49-F238E27FC236}">
                <a16:creationId xmlns:a16="http://schemas.microsoft.com/office/drawing/2014/main" id="{72D68DD9-6181-4C35-909B-154E5E309C97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6683077" y="3553122"/>
            <a:ext cx="4790314" cy="1021701"/>
          </a:xfrm>
          <a:prstGeom prst="roundRect">
            <a:avLst/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800" b="1">
                <a:solidFill>
                  <a:schemeClr val="accent4"/>
                </a:solidFill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7" name="Текст 35">
            <a:extLst>
              <a:ext uri="{FF2B5EF4-FFF2-40B4-BE49-F238E27FC236}">
                <a16:creationId xmlns:a16="http://schemas.microsoft.com/office/drawing/2014/main" id="{7D5E34DD-827F-4597-BFDE-34D8830FB250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6683077" y="3932659"/>
            <a:ext cx="4790314" cy="642164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8" name="Текст 35">
            <a:extLst>
              <a:ext uri="{FF2B5EF4-FFF2-40B4-BE49-F238E27FC236}">
                <a16:creationId xmlns:a16="http://schemas.microsoft.com/office/drawing/2014/main" id="{6305AE9F-2B19-4EA1-A48B-435746C35E60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6683077" y="4821684"/>
            <a:ext cx="4790314" cy="1021701"/>
          </a:xfrm>
          <a:prstGeom prst="roundRect">
            <a:avLst/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800" b="1">
                <a:solidFill>
                  <a:schemeClr val="accent2"/>
                </a:solidFill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9" name="Текст 35">
            <a:extLst>
              <a:ext uri="{FF2B5EF4-FFF2-40B4-BE49-F238E27FC236}">
                <a16:creationId xmlns:a16="http://schemas.microsoft.com/office/drawing/2014/main" id="{CF9D9CFB-62B9-4CE0-8770-0CB398D99F7E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6683077" y="5201221"/>
            <a:ext cx="4790314" cy="642164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</p:spTree>
    <p:extLst>
      <p:ext uri="{BB962C8B-B14F-4D97-AF65-F5344CB8AC3E}">
        <p14:creationId xmlns:p14="http://schemas.microsoft.com/office/powerpoint/2010/main" val="33805881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Стади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Дата 3">
            <a:extLst>
              <a:ext uri="{FF2B5EF4-FFF2-40B4-BE49-F238E27FC236}">
                <a16:creationId xmlns:a16="http://schemas.microsoft.com/office/drawing/2014/main" id="{916B7A0B-21BC-45FE-AFF7-52F34B6D0F8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D52F0272-0FEA-44CE-966E-3D169B2F53D4}" type="datetime1">
              <a:rPr lang="ru-RU" smtClean="0"/>
              <a:t>02.10.2026</a:t>
            </a:fld>
            <a:endParaRPr lang="ru-RU"/>
          </a:p>
        </p:txBody>
      </p:sp>
      <p:sp>
        <p:nvSpPr>
          <p:cNvPr id="6" name="Нижний колонтитул 4">
            <a:extLst>
              <a:ext uri="{FF2B5EF4-FFF2-40B4-BE49-F238E27FC236}">
                <a16:creationId xmlns:a16="http://schemas.microsoft.com/office/drawing/2014/main" id="{6D393D3D-D368-4E15-8F2F-7A07229A98A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7" name="Номер слайда 5">
            <a:extLst>
              <a:ext uri="{FF2B5EF4-FFF2-40B4-BE49-F238E27FC236}">
                <a16:creationId xmlns:a16="http://schemas.microsoft.com/office/drawing/2014/main" id="{0F5F999C-FF8F-49FD-8575-A50C0300C4F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13507" y="6356358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52DCC5B9-D646-4B76-891F-6FF4E74E9CB4}" type="slidenum">
              <a:rPr lang="ru-RU" smtClean="0"/>
              <a:pPr/>
              <a:t>‹#›</a:t>
            </a:fld>
            <a:endParaRPr lang="ru-RU" dirty="0"/>
          </a:p>
        </p:txBody>
      </p:sp>
      <p:sp>
        <p:nvSpPr>
          <p:cNvPr id="8" name="Текст 35">
            <a:extLst>
              <a:ext uri="{FF2B5EF4-FFF2-40B4-BE49-F238E27FC236}">
                <a16:creationId xmlns:a16="http://schemas.microsoft.com/office/drawing/2014/main" id="{BE583EE3-33C6-4FCC-9F56-28AB0B4FCAD9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346075" y="1024937"/>
            <a:ext cx="2526079" cy="1476687"/>
          </a:xfrm>
          <a:prstGeom prst="roundRect">
            <a:avLst>
              <a:gd name="adj" fmla="val 15887"/>
            </a:avLst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600" b="1">
                <a:solidFill>
                  <a:schemeClr val="accent2"/>
                </a:solidFill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9" name="Текст 35">
            <a:extLst>
              <a:ext uri="{FF2B5EF4-FFF2-40B4-BE49-F238E27FC236}">
                <a16:creationId xmlns:a16="http://schemas.microsoft.com/office/drawing/2014/main" id="{AFEBE25F-FFFE-4B9D-94E7-7A69C7B0D747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346075" y="1380939"/>
            <a:ext cx="2526079" cy="1120685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72" name="Текст 35">
            <a:extLst>
              <a:ext uri="{FF2B5EF4-FFF2-40B4-BE49-F238E27FC236}">
                <a16:creationId xmlns:a16="http://schemas.microsoft.com/office/drawing/2014/main" id="{3E63DE62-DFB7-44A9-A85D-B687FAE797DC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4832960" y="1024937"/>
            <a:ext cx="2526079" cy="1476687"/>
          </a:xfrm>
          <a:prstGeom prst="roundRect">
            <a:avLst>
              <a:gd name="adj" fmla="val 15887"/>
            </a:avLst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600" b="1">
                <a:solidFill>
                  <a:schemeClr val="accent2"/>
                </a:solidFill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73" name="Текст 35">
            <a:extLst>
              <a:ext uri="{FF2B5EF4-FFF2-40B4-BE49-F238E27FC236}">
                <a16:creationId xmlns:a16="http://schemas.microsoft.com/office/drawing/2014/main" id="{65791B9B-D32F-4C66-AD0A-B1F3CB6B2B21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4832960" y="1380939"/>
            <a:ext cx="2526079" cy="1120685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74" name="Текст 35">
            <a:extLst>
              <a:ext uri="{FF2B5EF4-FFF2-40B4-BE49-F238E27FC236}">
                <a16:creationId xmlns:a16="http://schemas.microsoft.com/office/drawing/2014/main" id="{3052024B-27A5-4D0B-A7E7-5161FB0ED379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9330862" y="1024937"/>
            <a:ext cx="2526079" cy="1476687"/>
          </a:xfrm>
          <a:prstGeom prst="roundRect">
            <a:avLst>
              <a:gd name="adj" fmla="val 15887"/>
            </a:avLst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600" b="1">
                <a:solidFill>
                  <a:schemeClr val="accent2"/>
                </a:solidFill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75" name="Текст 35">
            <a:extLst>
              <a:ext uri="{FF2B5EF4-FFF2-40B4-BE49-F238E27FC236}">
                <a16:creationId xmlns:a16="http://schemas.microsoft.com/office/drawing/2014/main" id="{9DFC47B0-ECC1-49CE-99A3-DC05480669A7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9330862" y="1380939"/>
            <a:ext cx="2526079" cy="1120685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76" name="Текст 35">
            <a:extLst>
              <a:ext uri="{FF2B5EF4-FFF2-40B4-BE49-F238E27FC236}">
                <a16:creationId xmlns:a16="http://schemas.microsoft.com/office/drawing/2014/main" id="{3B86BD35-3919-4E07-B138-AAF7CFF7DF02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2593517" y="4358152"/>
            <a:ext cx="2526079" cy="1476687"/>
          </a:xfrm>
          <a:prstGeom prst="roundRect">
            <a:avLst>
              <a:gd name="adj" fmla="val 15887"/>
            </a:avLst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600" b="1">
                <a:solidFill>
                  <a:schemeClr val="accent2"/>
                </a:solidFill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77" name="Текст 35">
            <a:extLst>
              <a:ext uri="{FF2B5EF4-FFF2-40B4-BE49-F238E27FC236}">
                <a16:creationId xmlns:a16="http://schemas.microsoft.com/office/drawing/2014/main" id="{10D94F19-5929-4A71-8C96-769ED6DD0BAE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2593517" y="4714154"/>
            <a:ext cx="2526079" cy="1120685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78" name="Текст 35">
            <a:extLst>
              <a:ext uri="{FF2B5EF4-FFF2-40B4-BE49-F238E27FC236}">
                <a16:creationId xmlns:a16="http://schemas.microsoft.com/office/drawing/2014/main" id="{D84303F2-08F5-497F-BC9B-59F70995863F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7080402" y="4358152"/>
            <a:ext cx="2526079" cy="1476687"/>
          </a:xfrm>
          <a:prstGeom prst="roundRect">
            <a:avLst>
              <a:gd name="adj" fmla="val 15887"/>
            </a:avLst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600" b="1">
                <a:solidFill>
                  <a:schemeClr val="accent2"/>
                </a:solidFill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79" name="Текст 35">
            <a:extLst>
              <a:ext uri="{FF2B5EF4-FFF2-40B4-BE49-F238E27FC236}">
                <a16:creationId xmlns:a16="http://schemas.microsoft.com/office/drawing/2014/main" id="{EA5C32CD-4539-4313-8B67-943CB8F5EBD9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7080402" y="4714154"/>
            <a:ext cx="2526079" cy="1120685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00" name="Заголовок 1">
            <a:extLst>
              <a:ext uri="{FF2B5EF4-FFF2-40B4-BE49-F238E27FC236}">
                <a16:creationId xmlns:a16="http://schemas.microsoft.com/office/drawing/2014/main" id="{6641864C-9659-45A2-A61F-BB1A3067B1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4256" y="421226"/>
            <a:ext cx="9862734" cy="376138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/>
          <a:p>
            <a:r>
              <a:rPr lang="ru-RU" dirty="0"/>
              <a:t>ОБРАЗЕЦ ЗАГОЛОВКА</a:t>
            </a:r>
          </a:p>
        </p:txBody>
      </p:sp>
    </p:spTree>
    <p:extLst>
      <p:ext uri="{BB962C8B-B14F-4D97-AF65-F5344CB8AC3E}">
        <p14:creationId xmlns:p14="http://schemas.microsoft.com/office/powerpoint/2010/main" val="3559117993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Проблема и реш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Дата 3">
            <a:extLst>
              <a:ext uri="{FF2B5EF4-FFF2-40B4-BE49-F238E27FC236}">
                <a16:creationId xmlns:a16="http://schemas.microsoft.com/office/drawing/2014/main" id="{916B7A0B-21BC-45FE-AFF7-52F34B6D0F8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062B0DBE-B5A9-470E-85A9-7CC062D5339A}" type="datetime1">
              <a:rPr lang="ru-RU" smtClean="0"/>
              <a:t>02.10.2026</a:t>
            </a:fld>
            <a:endParaRPr lang="ru-RU"/>
          </a:p>
        </p:txBody>
      </p:sp>
      <p:sp>
        <p:nvSpPr>
          <p:cNvPr id="6" name="Нижний колонтитул 4">
            <a:extLst>
              <a:ext uri="{FF2B5EF4-FFF2-40B4-BE49-F238E27FC236}">
                <a16:creationId xmlns:a16="http://schemas.microsoft.com/office/drawing/2014/main" id="{6D393D3D-D368-4E15-8F2F-7A07229A98A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7" name="Номер слайда 5">
            <a:extLst>
              <a:ext uri="{FF2B5EF4-FFF2-40B4-BE49-F238E27FC236}">
                <a16:creationId xmlns:a16="http://schemas.microsoft.com/office/drawing/2014/main" id="{0F5F999C-FF8F-49FD-8575-A50C0300C4F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13507" y="6356358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52DCC5B9-D646-4B76-891F-6FF4E74E9CB4}" type="slidenum">
              <a:rPr lang="ru-RU" smtClean="0"/>
              <a:pPr/>
              <a:t>‹#›</a:t>
            </a:fld>
            <a:endParaRPr lang="ru-RU" dirty="0"/>
          </a:p>
        </p:txBody>
      </p:sp>
      <p:sp>
        <p:nvSpPr>
          <p:cNvPr id="100" name="Заголовок 1">
            <a:extLst>
              <a:ext uri="{FF2B5EF4-FFF2-40B4-BE49-F238E27FC236}">
                <a16:creationId xmlns:a16="http://schemas.microsoft.com/office/drawing/2014/main" id="{6641864C-9659-45A2-A61F-BB1A3067B1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7650" y="421226"/>
            <a:ext cx="9862734" cy="376138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/>
          <a:p>
            <a:r>
              <a:rPr lang="ru-RU" dirty="0"/>
              <a:t>ОБРАЗЕЦ ЗАГОЛОВКА</a:t>
            </a:r>
          </a:p>
        </p:txBody>
      </p:sp>
      <p:sp>
        <p:nvSpPr>
          <p:cNvPr id="130" name="Текст 35">
            <a:extLst>
              <a:ext uri="{FF2B5EF4-FFF2-40B4-BE49-F238E27FC236}">
                <a16:creationId xmlns:a16="http://schemas.microsoft.com/office/drawing/2014/main" id="{2FAEFDC9-8968-4F3D-8F8F-5591D6F30FE0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517027" y="3810175"/>
            <a:ext cx="3264113" cy="2375115"/>
          </a:xfrm>
          <a:prstGeom prst="roundRect">
            <a:avLst>
              <a:gd name="adj" fmla="val 10167"/>
            </a:avLst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49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 marL="0" indent="0">
              <a:buNone/>
              <a:defRPr sz="14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ru-RU" dirty="0"/>
              <a:t>Описание проблемы </a:t>
            </a:r>
          </a:p>
        </p:txBody>
      </p:sp>
      <p:sp>
        <p:nvSpPr>
          <p:cNvPr id="152" name="Текст 35">
            <a:extLst>
              <a:ext uri="{FF2B5EF4-FFF2-40B4-BE49-F238E27FC236}">
                <a16:creationId xmlns:a16="http://schemas.microsoft.com/office/drawing/2014/main" id="{A7C77525-23F2-401E-A901-0374D8239BBC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4464542" y="3810175"/>
            <a:ext cx="3264113" cy="2375115"/>
          </a:xfrm>
          <a:prstGeom prst="roundRect">
            <a:avLst>
              <a:gd name="adj" fmla="val 10167"/>
            </a:avLst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49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 marL="0" indent="0">
              <a:buNone/>
              <a:defRPr sz="14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ru-RU" dirty="0"/>
              <a:t>Примеры уже имеющихся способов решения данной проблемы</a:t>
            </a:r>
          </a:p>
        </p:txBody>
      </p:sp>
      <p:sp>
        <p:nvSpPr>
          <p:cNvPr id="153" name="Текст 35">
            <a:extLst>
              <a:ext uri="{FF2B5EF4-FFF2-40B4-BE49-F238E27FC236}">
                <a16:creationId xmlns:a16="http://schemas.microsoft.com/office/drawing/2014/main" id="{D2F4E226-3842-4532-A60F-4E8C02DAD6DC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8385481" y="3810175"/>
            <a:ext cx="3264113" cy="2375115"/>
          </a:xfrm>
          <a:prstGeom prst="roundRect">
            <a:avLst>
              <a:gd name="adj" fmla="val 10167"/>
            </a:avLst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49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 marL="0" indent="0">
              <a:buNone/>
              <a:defRPr sz="14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ru-RU" dirty="0"/>
              <a:t>Ваше предложение решения данной проблемы</a:t>
            </a:r>
          </a:p>
        </p:txBody>
      </p:sp>
      <p:sp>
        <p:nvSpPr>
          <p:cNvPr id="189" name="Текст 35">
            <a:extLst>
              <a:ext uri="{FF2B5EF4-FFF2-40B4-BE49-F238E27FC236}">
                <a16:creationId xmlns:a16="http://schemas.microsoft.com/office/drawing/2014/main" id="{C44A233F-7BDF-4F40-844F-FC23B1912AA4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517027" y="3252336"/>
            <a:ext cx="3264113" cy="391783"/>
          </a:xfrm>
          <a:prstGeom prst="roundRect">
            <a:avLst>
              <a:gd name="adj" fmla="val 10167"/>
            </a:avLst>
          </a:prstGeom>
          <a:noFill/>
        </p:spPr>
        <p:txBody>
          <a:bodyPr>
            <a:noAutofit/>
          </a:bodyPr>
          <a:lstStyle>
            <a:lvl1pPr marL="0" indent="0" algn="ctr">
              <a:buNone/>
              <a:defRPr sz="1600" b="1">
                <a:solidFill>
                  <a:schemeClr val="accent2"/>
                </a:solidFill>
              </a:defRPr>
            </a:lvl1pPr>
          </a:lstStyle>
          <a:p>
            <a:pPr lvl="0"/>
            <a:r>
              <a:rPr lang="ru-RU" dirty="0"/>
              <a:t>Проблема</a:t>
            </a:r>
          </a:p>
        </p:txBody>
      </p:sp>
      <p:sp>
        <p:nvSpPr>
          <p:cNvPr id="190" name="Текст 35">
            <a:extLst>
              <a:ext uri="{FF2B5EF4-FFF2-40B4-BE49-F238E27FC236}">
                <a16:creationId xmlns:a16="http://schemas.microsoft.com/office/drawing/2014/main" id="{1683ED6E-2444-48B8-A78B-F1EBA53E21C2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4464542" y="3252336"/>
            <a:ext cx="3264113" cy="391783"/>
          </a:xfrm>
          <a:prstGeom prst="roundRect">
            <a:avLst>
              <a:gd name="adj" fmla="val 10167"/>
            </a:avLst>
          </a:prstGeom>
          <a:noFill/>
        </p:spPr>
        <p:txBody>
          <a:bodyPr>
            <a:noAutofit/>
          </a:bodyPr>
          <a:lstStyle>
            <a:lvl1pPr marL="0" indent="0" algn="ctr">
              <a:buNone/>
              <a:defRPr sz="1600" b="1">
                <a:solidFill>
                  <a:schemeClr val="accent2"/>
                </a:solidFill>
              </a:defRPr>
            </a:lvl1pPr>
          </a:lstStyle>
          <a:p>
            <a:pPr lvl="0"/>
            <a:r>
              <a:rPr lang="ru-RU" dirty="0"/>
              <a:t>Альтернативные решения</a:t>
            </a:r>
          </a:p>
        </p:txBody>
      </p:sp>
      <p:sp>
        <p:nvSpPr>
          <p:cNvPr id="191" name="Текст 35">
            <a:extLst>
              <a:ext uri="{FF2B5EF4-FFF2-40B4-BE49-F238E27FC236}">
                <a16:creationId xmlns:a16="http://schemas.microsoft.com/office/drawing/2014/main" id="{B788F042-DAFC-4B5A-B1AA-8ADEFAAA9801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8385481" y="3252336"/>
            <a:ext cx="3264113" cy="391783"/>
          </a:xfrm>
          <a:prstGeom prst="roundRect">
            <a:avLst>
              <a:gd name="adj" fmla="val 10167"/>
            </a:avLst>
          </a:prstGeom>
          <a:noFill/>
        </p:spPr>
        <p:txBody>
          <a:bodyPr>
            <a:noAutofit/>
          </a:bodyPr>
          <a:lstStyle>
            <a:lvl1pPr marL="0" indent="0" algn="ctr">
              <a:buNone/>
              <a:defRPr sz="1600" b="1">
                <a:solidFill>
                  <a:schemeClr val="accent2"/>
                </a:solidFill>
              </a:defRPr>
            </a:lvl1pPr>
          </a:lstStyle>
          <a:p>
            <a:pPr lvl="0"/>
            <a:r>
              <a:rPr lang="ru-RU" dirty="0"/>
              <a:t>Решение</a:t>
            </a:r>
          </a:p>
        </p:txBody>
      </p:sp>
    </p:spTree>
    <p:extLst>
      <p:ext uri="{BB962C8B-B14F-4D97-AF65-F5344CB8AC3E}">
        <p14:creationId xmlns:p14="http://schemas.microsoft.com/office/powerpoint/2010/main" val="875273806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Демо_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Picture Placeholder 1">
            <a:extLst>
              <a:ext uri="{FF2B5EF4-FFF2-40B4-BE49-F238E27FC236}">
                <a16:creationId xmlns:a16="http://schemas.microsoft.com/office/drawing/2014/main" id="{F4BB4485-D5EB-48AD-A465-1B1299C88CD1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4162940" y="1264478"/>
            <a:ext cx="3866121" cy="2436377"/>
          </a:xfrm>
        </p:spPr>
      </p:sp>
      <p:sp>
        <p:nvSpPr>
          <p:cNvPr id="5" name="Дата 3">
            <a:extLst>
              <a:ext uri="{FF2B5EF4-FFF2-40B4-BE49-F238E27FC236}">
                <a16:creationId xmlns:a16="http://schemas.microsoft.com/office/drawing/2014/main" id="{916B7A0B-21BC-45FE-AFF7-52F34B6D0F8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4D396B86-640F-4AD1-BBB2-E085B6CD8771}" type="datetime1">
              <a:rPr lang="ru-RU" smtClean="0"/>
              <a:t>02.10.2026</a:t>
            </a:fld>
            <a:endParaRPr lang="ru-RU"/>
          </a:p>
        </p:txBody>
      </p:sp>
      <p:sp>
        <p:nvSpPr>
          <p:cNvPr id="6" name="Нижний колонтитул 4">
            <a:extLst>
              <a:ext uri="{FF2B5EF4-FFF2-40B4-BE49-F238E27FC236}">
                <a16:creationId xmlns:a16="http://schemas.microsoft.com/office/drawing/2014/main" id="{6D393D3D-D368-4E15-8F2F-7A07229A98A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7" name="Номер слайда 5">
            <a:extLst>
              <a:ext uri="{FF2B5EF4-FFF2-40B4-BE49-F238E27FC236}">
                <a16:creationId xmlns:a16="http://schemas.microsoft.com/office/drawing/2014/main" id="{0F5F999C-FF8F-49FD-8575-A50C0300C4F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13507" y="6356358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52DCC5B9-D646-4B76-891F-6FF4E74E9CB4}" type="slidenum">
              <a:rPr lang="ru-RU" smtClean="0"/>
              <a:pPr/>
              <a:t>‹#›</a:t>
            </a:fld>
            <a:endParaRPr lang="ru-RU" dirty="0"/>
          </a:p>
        </p:txBody>
      </p:sp>
      <p:sp>
        <p:nvSpPr>
          <p:cNvPr id="100" name="Заголовок 1">
            <a:extLst>
              <a:ext uri="{FF2B5EF4-FFF2-40B4-BE49-F238E27FC236}">
                <a16:creationId xmlns:a16="http://schemas.microsoft.com/office/drawing/2014/main" id="{6641864C-9659-45A2-A61F-BB1A3067B1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6075" y="421226"/>
            <a:ext cx="9862734" cy="376138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/>
          <a:p>
            <a:r>
              <a:rPr lang="ru-RU" dirty="0"/>
              <a:t>ОБРАЗЕЦ ЗАГОЛОВКА</a:t>
            </a:r>
          </a:p>
        </p:txBody>
      </p:sp>
      <p:sp>
        <p:nvSpPr>
          <p:cNvPr id="8" name="Текст 7">
            <a:extLst>
              <a:ext uri="{FF2B5EF4-FFF2-40B4-BE49-F238E27FC236}">
                <a16:creationId xmlns:a16="http://schemas.microsoft.com/office/drawing/2014/main" id="{8340B20B-0618-415E-8908-3C85578C4D16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346075" y="4656083"/>
            <a:ext cx="3626835" cy="1544692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90" name="Текст 7">
            <a:extLst>
              <a:ext uri="{FF2B5EF4-FFF2-40B4-BE49-F238E27FC236}">
                <a16:creationId xmlns:a16="http://schemas.microsoft.com/office/drawing/2014/main" id="{47A76FC9-6FDA-4102-9D33-F9766B07D3E6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4240502" y="4656083"/>
            <a:ext cx="3626835" cy="1544692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91" name="Текст 7">
            <a:extLst>
              <a:ext uri="{FF2B5EF4-FFF2-40B4-BE49-F238E27FC236}">
                <a16:creationId xmlns:a16="http://schemas.microsoft.com/office/drawing/2014/main" id="{7C8F4076-BB2C-4FA3-9BAD-5EF87B638D5F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8230203" y="4656083"/>
            <a:ext cx="3626835" cy="1544692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</p:spTree>
    <p:extLst>
      <p:ext uri="{BB962C8B-B14F-4D97-AF65-F5344CB8AC3E}">
        <p14:creationId xmlns:p14="http://schemas.microsoft.com/office/powerpoint/2010/main" val="3469912038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Демо_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Дата 3">
            <a:extLst>
              <a:ext uri="{FF2B5EF4-FFF2-40B4-BE49-F238E27FC236}">
                <a16:creationId xmlns:a16="http://schemas.microsoft.com/office/drawing/2014/main" id="{916B7A0B-21BC-45FE-AFF7-52F34B6D0F8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93AF0E63-1EB1-47F5-B09E-CA3E5DE528F3}" type="datetime1">
              <a:rPr lang="ru-RU" smtClean="0"/>
              <a:t>02.10.2026</a:t>
            </a:fld>
            <a:endParaRPr lang="ru-RU"/>
          </a:p>
        </p:txBody>
      </p:sp>
      <p:sp>
        <p:nvSpPr>
          <p:cNvPr id="6" name="Нижний колонтитул 4">
            <a:extLst>
              <a:ext uri="{FF2B5EF4-FFF2-40B4-BE49-F238E27FC236}">
                <a16:creationId xmlns:a16="http://schemas.microsoft.com/office/drawing/2014/main" id="{6D393D3D-D368-4E15-8F2F-7A07229A98A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7" name="Номер слайда 5">
            <a:extLst>
              <a:ext uri="{FF2B5EF4-FFF2-40B4-BE49-F238E27FC236}">
                <a16:creationId xmlns:a16="http://schemas.microsoft.com/office/drawing/2014/main" id="{0F5F999C-FF8F-49FD-8575-A50C0300C4F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13507" y="6356358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52DCC5B9-D646-4B76-891F-6FF4E74E9CB4}" type="slidenum">
              <a:rPr lang="ru-RU" smtClean="0"/>
              <a:pPr/>
              <a:t>‹#›</a:t>
            </a:fld>
            <a:endParaRPr lang="ru-RU" dirty="0"/>
          </a:p>
        </p:txBody>
      </p:sp>
      <p:sp>
        <p:nvSpPr>
          <p:cNvPr id="100" name="Заголовок 1">
            <a:extLst>
              <a:ext uri="{FF2B5EF4-FFF2-40B4-BE49-F238E27FC236}">
                <a16:creationId xmlns:a16="http://schemas.microsoft.com/office/drawing/2014/main" id="{6641864C-9659-45A2-A61F-BB1A3067B1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3289" y="421226"/>
            <a:ext cx="9862734" cy="376138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/>
          <a:p>
            <a:r>
              <a:rPr lang="ru-RU" dirty="0"/>
              <a:t>ОБРАЗЕЦ ЗАГОЛОВКА</a:t>
            </a:r>
          </a:p>
        </p:txBody>
      </p:sp>
      <p:sp>
        <p:nvSpPr>
          <p:cNvPr id="8" name="Текст 7">
            <a:extLst>
              <a:ext uri="{FF2B5EF4-FFF2-40B4-BE49-F238E27FC236}">
                <a16:creationId xmlns:a16="http://schemas.microsoft.com/office/drawing/2014/main" id="{8340B20B-0618-415E-8908-3C85578C4D16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1210643" y="4324451"/>
            <a:ext cx="4121687" cy="1612262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90" name="Текст 7">
            <a:extLst>
              <a:ext uri="{FF2B5EF4-FFF2-40B4-BE49-F238E27FC236}">
                <a16:creationId xmlns:a16="http://schemas.microsoft.com/office/drawing/2014/main" id="{47A76FC9-6FDA-4102-9D33-F9766B07D3E6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6857950" y="4324451"/>
            <a:ext cx="4121687" cy="1612262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9" name="Picture Placeholder 1">
            <a:extLst>
              <a:ext uri="{FF2B5EF4-FFF2-40B4-BE49-F238E27FC236}">
                <a16:creationId xmlns:a16="http://schemas.microsoft.com/office/drawing/2014/main" id="{F4BB4485-D5EB-48AD-A465-1B1299C88CD1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1210642" y="1577998"/>
            <a:ext cx="4121688" cy="2283975"/>
          </a:xfrm>
        </p:spPr>
      </p:sp>
      <p:sp>
        <p:nvSpPr>
          <p:cNvPr id="123" name="Picture Placeholder 1">
            <a:extLst>
              <a:ext uri="{FF2B5EF4-FFF2-40B4-BE49-F238E27FC236}">
                <a16:creationId xmlns:a16="http://schemas.microsoft.com/office/drawing/2014/main" id="{C7FB8BAF-17B6-40DC-9912-73B3494AC45E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6855540" y="1577998"/>
            <a:ext cx="4121688" cy="2283975"/>
          </a:xfrm>
        </p:spPr>
      </p:sp>
    </p:spTree>
    <p:extLst>
      <p:ext uri="{BB962C8B-B14F-4D97-AF65-F5344CB8AC3E}">
        <p14:creationId xmlns:p14="http://schemas.microsoft.com/office/powerpoint/2010/main" val="2282395395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Демо_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Picture Placeholder 1">
            <a:extLst>
              <a:ext uri="{FF2B5EF4-FFF2-40B4-BE49-F238E27FC236}">
                <a16:creationId xmlns:a16="http://schemas.microsoft.com/office/drawing/2014/main" id="{2E6A2544-8689-48EB-9658-2D1DE4E48784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5009872" y="1235915"/>
            <a:ext cx="2172255" cy="4602697"/>
          </a:xfrm>
          <a:prstGeom prst="roundRect">
            <a:avLst>
              <a:gd name="adj" fmla="val 12528"/>
            </a:avLst>
          </a:prstGeom>
          <a:noFill/>
        </p:spPr>
      </p:sp>
      <p:sp>
        <p:nvSpPr>
          <p:cNvPr id="130" name="Текст 35">
            <a:extLst>
              <a:ext uri="{FF2B5EF4-FFF2-40B4-BE49-F238E27FC236}">
                <a16:creationId xmlns:a16="http://schemas.microsoft.com/office/drawing/2014/main" id="{34F2EADD-49A3-44E7-AC8B-D07BF1B4F1A8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356349" y="1641283"/>
            <a:ext cx="3812931" cy="1021701"/>
          </a:xfrm>
          <a:prstGeom prst="roundRect">
            <a:avLst/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65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80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46" name="Текст 35">
            <a:extLst>
              <a:ext uri="{FF2B5EF4-FFF2-40B4-BE49-F238E27FC236}">
                <a16:creationId xmlns:a16="http://schemas.microsoft.com/office/drawing/2014/main" id="{15551546-3EE0-4A54-9DEE-1E9FEBF43B2F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356349" y="2020820"/>
            <a:ext cx="3812931" cy="1290596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47" name="Текст 35">
            <a:extLst>
              <a:ext uri="{FF2B5EF4-FFF2-40B4-BE49-F238E27FC236}">
                <a16:creationId xmlns:a16="http://schemas.microsoft.com/office/drawing/2014/main" id="{9D9ADB6F-AC53-4034-92EE-80435562B80A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8040021" y="1641283"/>
            <a:ext cx="3812931" cy="1021701"/>
          </a:xfrm>
          <a:prstGeom prst="roundRect">
            <a:avLst/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65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800" b="1">
                <a:solidFill>
                  <a:schemeClr val="accent5">
                    <a:lumMod val="20000"/>
                    <a:lumOff val="80000"/>
                  </a:schemeClr>
                </a:solidFill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48" name="Текст 35">
            <a:extLst>
              <a:ext uri="{FF2B5EF4-FFF2-40B4-BE49-F238E27FC236}">
                <a16:creationId xmlns:a16="http://schemas.microsoft.com/office/drawing/2014/main" id="{EAB22390-1508-4419-B1B3-375A734DF0EE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8040021" y="2020820"/>
            <a:ext cx="3812931" cy="1290596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49" name="Текст 35">
            <a:extLst>
              <a:ext uri="{FF2B5EF4-FFF2-40B4-BE49-F238E27FC236}">
                <a16:creationId xmlns:a16="http://schemas.microsoft.com/office/drawing/2014/main" id="{FF699DD2-8E32-4C98-8444-90139EB2FDC6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356349" y="3864598"/>
            <a:ext cx="3812931" cy="1021701"/>
          </a:xfrm>
          <a:prstGeom prst="roundRect">
            <a:avLst/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65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800" b="1">
                <a:solidFill>
                  <a:schemeClr val="accent4"/>
                </a:solidFill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50" name="Текст 35">
            <a:extLst>
              <a:ext uri="{FF2B5EF4-FFF2-40B4-BE49-F238E27FC236}">
                <a16:creationId xmlns:a16="http://schemas.microsoft.com/office/drawing/2014/main" id="{6496F1D2-4B4B-412C-B228-1C27099F20D3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356349" y="4244135"/>
            <a:ext cx="3812931" cy="1290596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51" name="Текст 35">
            <a:extLst>
              <a:ext uri="{FF2B5EF4-FFF2-40B4-BE49-F238E27FC236}">
                <a16:creationId xmlns:a16="http://schemas.microsoft.com/office/drawing/2014/main" id="{55E268D8-B309-4AA0-8E1B-30DF4A867252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8040021" y="3864598"/>
            <a:ext cx="3812931" cy="1021701"/>
          </a:xfrm>
          <a:prstGeom prst="roundRect">
            <a:avLst/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65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800" b="1">
                <a:solidFill>
                  <a:schemeClr val="accent2"/>
                </a:solidFill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52" name="Текст 35">
            <a:extLst>
              <a:ext uri="{FF2B5EF4-FFF2-40B4-BE49-F238E27FC236}">
                <a16:creationId xmlns:a16="http://schemas.microsoft.com/office/drawing/2014/main" id="{E6797EA4-A26A-41BA-A1AB-8E1F9B9574DE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8040021" y="4244135"/>
            <a:ext cx="3812931" cy="1290596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cxnSp>
        <p:nvCxnSpPr>
          <p:cNvPr id="168" name="Google Shape;2799;p94">
            <a:extLst>
              <a:ext uri="{FF2B5EF4-FFF2-40B4-BE49-F238E27FC236}">
                <a16:creationId xmlns:a16="http://schemas.microsoft.com/office/drawing/2014/main" id="{FA0271FA-A51F-4387-9143-29364B78BFC3}"/>
              </a:ext>
            </a:extLst>
          </p:cNvPr>
          <p:cNvCxnSpPr>
            <a:cxnSpLocks/>
          </p:cNvCxnSpPr>
          <p:nvPr userDrawn="1"/>
        </p:nvCxnSpPr>
        <p:spPr>
          <a:xfrm>
            <a:off x="4244694" y="1870413"/>
            <a:ext cx="686698" cy="0"/>
          </a:xfrm>
          <a:prstGeom prst="straightConnector1">
            <a:avLst/>
          </a:prstGeom>
          <a:noFill/>
          <a:ln w="25400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69" name="Google Shape;2799;p94">
            <a:extLst>
              <a:ext uri="{FF2B5EF4-FFF2-40B4-BE49-F238E27FC236}">
                <a16:creationId xmlns:a16="http://schemas.microsoft.com/office/drawing/2014/main" id="{83B50154-F03F-4297-B4A8-C77D1687B8DA}"/>
              </a:ext>
            </a:extLst>
          </p:cNvPr>
          <p:cNvCxnSpPr>
            <a:cxnSpLocks/>
          </p:cNvCxnSpPr>
          <p:nvPr userDrawn="1"/>
        </p:nvCxnSpPr>
        <p:spPr>
          <a:xfrm>
            <a:off x="4244694" y="4094630"/>
            <a:ext cx="686698" cy="0"/>
          </a:xfrm>
          <a:prstGeom prst="straightConnector1">
            <a:avLst/>
          </a:prstGeom>
          <a:noFill/>
          <a:ln w="25400" cap="flat" cmpd="sng">
            <a:solidFill>
              <a:schemeClr val="accent5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70" name="Google Shape;2799;p94">
            <a:extLst>
              <a:ext uri="{FF2B5EF4-FFF2-40B4-BE49-F238E27FC236}">
                <a16:creationId xmlns:a16="http://schemas.microsoft.com/office/drawing/2014/main" id="{89D0D73E-B609-4208-BFA6-94ED3BC232A9}"/>
              </a:ext>
            </a:extLst>
          </p:cNvPr>
          <p:cNvCxnSpPr>
            <a:cxnSpLocks/>
          </p:cNvCxnSpPr>
          <p:nvPr userDrawn="1"/>
        </p:nvCxnSpPr>
        <p:spPr>
          <a:xfrm>
            <a:off x="7250583" y="1870413"/>
            <a:ext cx="686698" cy="0"/>
          </a:xfrm>
          <a:prstGeom prst="straightConnector1">
            <a:avLst/>
          </a:prstGeom>
          <a:noFill/>
          <a:ln w="25400" cap="flat" cmpd="sng">
            <a:solidFill>
              <a:schemeClr val="accent5">
                <a:lumMod val="20000"/>
                <a:lumOff val="80000"/>
              </a:schemeClr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71" name="Google Shape;2799;p94">
            <a:extLst>
              <a:ext uri="{FF2B5EF4-FFF2-40B4-BE49-F238E27FC236}">
                <a16:creationId xmlns:a16="http://schemas.microsoft.com/office/drawing/2014/main" id="{1DD03E5E-FCF0-4EC5-BA97-518950F7A41C}"/>
              </a:ext>
            </a:extLst>
          </p:cNvPr>
          <p:cNvCxnSpPr>
            <a:cxnSpLocks/>
          </p:cNvCxnSpPr>
          <p:nvPr userDrawn="1"/>
        </p:nvCxnSpPr>
        <p:spPr>
          <a:xfrm>
            <a:off x="7250583" y="4094630"/>
            <a:ext cx="686698" cy="0"/>
          </a:xfrm>
          <a:prstGeom prst="straightConnector1">
            <a:avLst/>
          </a:prstGeom>
          <a:noFill/>
          <a:ln w="25400" cap="flat" cmpd="sng">
            <a:solidFill>
              <a:schemeClr val="accent3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4" name="Заголовок 3">
            <a:extLst>
              <a:ext uri="{FF2B5EF4-FFF2-40B4-BE49-F238E27FC236}">
                <a16:creationId xmlns:a16="http://schemas.microsoft.com/office/drawing/2014/main" id="{A19765B8-4F24-5E1F-432E-F592BFAF73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9" name="Дата 8">
            <a:extLst>
              <a:ext uri="{FF2B5EF4-FFF2-40B4-BE49-F238E27FC236}">
                <a16:creationId xmlns:a16="http://schemas.microsoft.com/office/drawing/2014/main" id="{E19B813A-8796-C89A-4669-BFA5CA98F24A}"/>
              </a:ext>
            </a:extLst>
          </p:cNvPr>
          <p:cNvSpPr>
            <a:spLocks noGrp="1"/>
          </p:cNvSpPr>
          <p:nvPr>
            <p:ph type="dt" sz="half" idx="28"/>
          </p:nvPr>
        </p:nvSpPr>
        <p:spPr/>
        <p:txBody>
          <a:bodyPr/>
          <a:lstStyle/>
          <a:p>
            <a:fld id="{9D490EE5-ED7D-46E8-8345-A78A0CB0F4A4}" type="datetime1">
              <a:rPr lang="ru-RU" smtClean="0"/>
              <a:t>02.10.2026</a:t>
            </a:fld>
            <a:endParaRPr lang="ru-RU"/>
          </a:p>
        </p:txBody>
      </p:sp>
      <p:sp>
        <p:nvSpPr>
          <p:cNvPr id="10" name="Нижний колонтитул 9">
            <a:extLst>
              <a:ext uri="{FF2B5EF4-FFF2-40B4-BE49-F238E27FC236}">
                <a16:creationId xmlns:a16="http://schemas.microsoft.com/office/drawing/2014/main" id="{2648A9B9-3888-6E59-EA1C-76276C4EE93D}"/>
              </a:ext>
            </a:extLst>
          </p:cNvPr>
          <p:cNvSpPr>
            <a:spLocks noGrp="1"/>
          </p:cNvSpPr>
          <p:nvPr>
            <p:ph type="ftr" sz="quarter" idx="29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11" name="Номер слайда 10">
            <a:extLst>
              <a:ext uri="{FF2B5EF4-FFF2-40B4-BE49-F238E27FC236}">
                <a16:creationId xmlns:a16="http://schemas.microsoft.com/office/drawing/2014/main" id="{0E2B1EF5-F5AA-C72A-5C4D-8EE372388A4E}"/>
              </a:ext>
            </a:extLst>
          </p:cNvPr>
          <p:cNvSpPr>
            <a:spLocks noGrp="1"/>
          </p:cNvSpPr>
          <p:nvPr>
            <p:ph type="sldNum" sz="quarter" idx="30"/>
          </p:nvPr>
        </p:nvSpPr>
        <p:spPr/>
        <p:txBody>
          <a:bodyPr/>
          <a:lstStyle/>
          <a:p>
            <a:fld id="{52DCC5B9-D646-4B76-891F-6FF4E74E9CB4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246419723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Демо_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Picture Placeholder 1">
            <a:extLst>
              <a:ext uri="{FF2B5EF4-FFF2-40B4-BE49-F238E27FC236}">
                <a16:creationId xmlns:a16="http://schemas.microsoft.com/office/drawing/2014/main" id="{2E6A2544-8689-48EB-9658-2D1DE4E48784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1001460" y="1038224"/>
            <a:ext cx="1726214" cy="3657600"/>
          </a:xfrm>
          <a:prstGeom prst="roundRect">
            <a:avLst>
              <a:gd name="adj" fmla="val 12528"/>
            </a:avLst>
          </a:prstGeom>
          <a:noFill/>
        </p:spPr>
      </p:sp>
      <p:sp>
        <p:nvSpPr>
          <p:cNvPr id="75" name="Picture Placeholder 1">
            <a:extLst>
              <a:ext uri="{FF2B5EF4-FFF2-40B4-BE49-F238E27FC236}">
                <a16:creationId xmlns:a16="http://schemas.microsoft.com/office/drawing/2014/main" id="{5F8A3887-CB84-43EA-BFC4-CD93F421C5F2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3831097" y="1038224"/>
            <a:ext cx="1726214" cy="3657600"/>
          </a:xfrm>
          <a:prstGeom prst="roundRect">
            <a:avLst>
              <a:gd name="adj" fmla="val 12528"/>
            </a:avLst>
          </a:prstGeom>
          <a:noFill/>
        </p:spPr>
      </p:sp>
      <p:sp>
        <p:nvSpPr>
          <p:cNvPr id="102" name="Picture Placeholder 1">
            <a:extLst>
              <a:ext uri="{FF2B5EF4-FFF2-40B4-BE49-F238E27FC236}">
                <a16:creationId xmlns:a16="http://schemas.microsoft.com/office/drawing/2014/main" id="{E009EEBC-6069-4389-9953-A05FCC07FDF9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6660734" y="1038224"/>
            <a:ext cx="1726214" cy="3657600"/>
          </a:xfrm>
          <a:prstGeom prst="roundRect">
            <a:avLst>
              <a:gd name="adj" fmla="val 12528"/>
            </a:avLst>
          </a:prstGeom>
          <a:noFill/>
        </p:spPr>
      </p:sp>
      <p:sp>
        <p:nvSpPr>
          <p:cNvPr id="171" name="Picture Placeholder 1">
            <a:extLst>
              <a:ext uri="{FF2B5EF4-FFF2-40B4-BE49-F238E27FC236}">
                <a16:creationId xmlns:a16="http://schemas.microsoft.com/office/drawing/2014/main" id="{16E9D3D5-A966-4770-89F5-48C9F92735FE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9490368" y="1038224"/>
            <a:ext cx="1726214" cy="3657600"/>
          </a:xfrm>
          <a:prstGeom prst="roundRect">
            <a:avLst>
              <a:gd name="adj" fmla="val 12528"/>
            </a:avLst>
          </a:prstGeom>
          <a:noFill/>
        </p:spPr>
      </p:sp>
      <p:sp>
        <p:nvSpPr>
          <p:cNvPr id="5" name="Дата 3">
            <a:extLst>
              <a:ext uri="{FF2B5EF4-FFF2-40B4-BE49-F238E27FC236}">
                <a16:creationId xmlns:a16="http://schemas.microsoft.com/office/drawing/2014/main" id="{916B7A0B-21BC-45FE-AFF7-52F34B6D0F8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DC8C16AD-D907-4463-BE30-FCBB33ACAE3F}" type="datetime1">
              <a:rPr lang="ru-RU" smtClean="0"/>
              <a:t>02.10.2026</a:t>
            </a:fld>
            <a:endParaRPr lang="ru-RU"/>
          </a:p>
        </p:txBody>
      </p:sp>
      <p:sp>
        <p:nvSpPr>
          <p:cNvPr id="6" name="Нижний колонтитул 4">
            <a:extLst>
              <a:ext uri="{FF2B5EF4-FFF2-40B4-BE49-F238E27FC236}">
                <a16:creationId xmlns:a16="http://schemas.microsoft.com/office/drawing/2014/main" id="{6D393D3D-D368-4E15-8F2F-7A07229A98A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7" name="Номер слайда 5">
            <a:extLst>
              <a:ext uri="{FF2B5EF4-FFF2-40B4-BE49-F238E27FC236}">
                <a16:creationId xmlns:a16="http://schemas.microsoft.com/office/drawing/2014/main" id="{0F5F999C-FF8F-49FD-8575-A50C0300C4F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13507" y="6356358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52DCC5B9-D646-4B76-891F-6FF4E74E9CB4}" type="slidenum">
              <a:rPr lang="ru-RU" smtClean="0"/>
              <a:pPr/>
              <a:t>‹#›</a:t>
            </a:fld>
            <a:endParaRPr lang="ru-RU" dirty="0"/>
          </a:p>
        </p:txBody>
      </p:sp>
      <p:sp>
        <p:nvSpPr>
          <p:cNvPr id="197" name="Текст 7">
            <a:extLst>
              <a:ext uri="{FF2B5EF4-FFF2-40B4-BE49-F238E27FC236}">
                <a16:creationId xmlns:a16="http://schemas.microsoft.com/office/drawing/2014/main" id="{B3D45624-8EA3-4B52-B030-A364BB470CC4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346076" y="4929435"/>
            <a:ext cx="2739248" cy="1271340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198" name="Текст 7">
            <a:extLst>
              <a:ext uri="{FF2B5EF4-FFF2-40B4-BE49-F238E27FC236}">
                <a16:creationId xmlns:a16="http://schemas.microsoft.com/office/drawing/2014/main" id="{CA86BD45-703D-484A-9D4A-1FEA90A4808F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3269562" y="4929435"/>
            <a:ext cx="2739248" cy="1271340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199" name="Текст 7">
            <a:extLst>
              <a:ext uri="{FF2B5EF4-FFF2-40B4-BE49-F238E27FC236}">
                <a16:creationId xmlns:a16="http://schemas.microsoft.com/office/drawing/2014/main" id="{0FE3D94F-B533-4C0D-9E9B-72F06706305C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6193048" y="4929435"/>
            <a:ext cx="2739248" cy="1271340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200" name="Текст 7">
            <a:extLst>
              <a:ext uri="{FF2B5EF4-FFF2-40B4-BE49-F238E27FC236}">
                <a16:creationId xmlns:a16="http://schemas.microsoft.com/office/drawing/2014/main" id="{0C4A1F6E-BDC1-410D-A748-7E90C2221ED1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9116535" y="4929435"/>
            <a:ext cx="2739248" cy="1271340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008DEFE-D4AF-4461-AEAA-AABBFA1473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</p:spTree>
    <p:extLst>
      <p:ext uri="{BB962C8B-B14F-4D97-AF65-F5344CB8AC3E}">
        <p14:creationId xmlns:p14="http://schemas.microsoft.com/office/powerpoint/2010/main" val="3218645854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Пусто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17695031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1" Type="http://schemas.openxmlformats.org/officeDocument/2006/relationships/slideLayout" Target="../slideLayouts/slideLayout21.xml"/><Relationship Id="rId22" Type="http://schemas.openxmlformats.org/officeDocument/2006/relationships/slideLayout" Target="../slideLayouts/slideLayout22.xml"/><Relationship Id="rId23" Type="http://schemas.openxmlformats.org/officeDocument/2006/relationships/slideLayout" Target="../slideLayouts/slideLayout23.xml"/><Relationship Id="rId24" Type="http://schemas.openxmlformats.org/officeDocument/2006/relationships/theme" Target="../theme/theme1.xml"/><Relationship Id="rId25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5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2BCE23A-38F1-44E4-8D99-E9CD24A3AF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6075" y="421226"/>
            <a:ext cx="9862734" cy="376138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/>
          <a:p>
            <a:r>
              <a:rPr lang="ru-RU" dirty="0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36EAD268-7E0C-4473-BF2C-A75921B98BC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15392" y="1016177"/>
            <a:ext cx="11561229" cy="516079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 dirty="0"/>
              <a:t>Образец текста</a:t>
            </a:r>
          </a:p>
          <a:p>
            <a:pPr lvl="1"/>
            <a:r>
              <a:rPr lang="ru-RU" dirty="0"/>
              <a:t>Второй уровень</a:t>
            </a:r>
          </a:p>
          <a:p>
            <a:pPr lvl="2"/>
            <a:r>
              <a:rPr lang="ru-RU" dirty="0"/>
              <a:t>Третий уровень</a:t>
            </a:r>
          </a:p>
          <a:p>
            <a:pPr lvl="3"/>
            <a:r>
              <a:rPr lang="ru-RU" dirty="0"/>
              <a:t>Четвертый уровень</a:t>
            </a:r>
          </a:p>
          <a:p>
            <a:pPr lvl="4"/>
            <a:r>
              <a:rPr lang="ru-RU" dirty="0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D905FB47-C828-44E8-81A6-7D70F28691C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9D490EE5-ED7D-46E8-8345-A78A0CB0F4A4}" type="datetime1">
              <a:rPr lang="ru-RU" smtClean="0"/>
              <a:t>02.10.2026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738C8EAA-BD95-4729-8C84-AB6D45F44AA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15" name="Номер слайда 5">
            <a:extLst>
              <a:ext uri="{FF2B5EF4-FFF2-40B4-BE49-F238E27FC236}">
                <a16:creationId xmlns:a16="http://schemas.microsoft.com/office/drawing/2014/main" id="{797EBB71-A16C-4900-8120-78386F05C8E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13507" y="6356358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52DCC5B9-D646-4B76-891F-6FF4E74E9CB4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4261527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704" r:id="rId2"/>
    <p:sldLayoutId id="2147483694" r:id="rId3"/>
    <p:sldLayoutId id="2147483688" r:id="rId4"/>
    <p:sldLayoutId id="2147483662" r:id="rId5"/>
    <p:sldLayoutId id="2147483663" r:id="rId6"/>
    <p:sldLayoutId id="2147483664" r:id="rId7"/>
    <p:sldLayoutId id="2147483666" r:id="rId8"/>
    <p:sldLayoutId id="2147483667" r:id="rId9"/>
    <p:sldLayoutId id="2147483668" r:id="rId10"/>
    <p:sldLayoutId id="2147483689" r:id="rId11"/>
    <p:sldLayoutId id="2147483690" r:id="rId12"/>
    <p:sldLayoutId id="2147483702" r:id="rId13"/>
    <p:sldLayoutId id="2147483691" r:id="rId14"/>
    <p:sldLayoutId id="2147483692" r:id="rId15"/>
    <p:sldLayoutId id="2147483693" r:id="rId16"/>
    <p:sldLayoutId id="2147483696" r:id="rId17"/>
    <p:sldLayoutId id="2147483697" r:id="rId18"/>
    <p:sldLayoutId id="2147483698" r:id="rId19"/>
    <p:sldLayoutId id="2147483699" r:id="rId20"/>
    <p:sldLayoutId id="2147483700" r:id="rId21"/>
    <p:sldLayoutId id="2147483701" r:id="rId22"/>
    <p:sldLayoutId id="2147483703" r:id="rId23"/>
  </p:sldLayoutIdLst>
  <p:hf hdr="0" ftr="0" dt="0"/>
  <p:txStyles>
    <p:titleStyle>
      <a:lvl1pPr algn="l" defTabSz="578755" rtl="0" eaLnBrk="1" latinLnBrk="0" hangingPunct="1">
        <a:lnSpc>
          <a:spcPct val="90000"/>
        </a:lnSpc>
        <a:spcBef>
          <a:spcPct val="0"/>
        </a:spcBef>
        <a:buNone/>
        <a:defRPr sz="1997" b="1" kern="1200">
          <a:solidFill>
            <a:schemeClr val="bg1">
              <a:lumMod val="95000"/>
            </a:schemeClr>
          </a:solidFill>
          <a:latin typeface="+mj-lt"/>
          <a:ea typeface="+mj-ea"/>
          <a:cs typeface="Amatic SC" panose="00000500000000000000" pitchFamily="2" charset="-79"/>
        </a:defRPr>
      </a:lvl1pPr>
    </p:titleStyle>
    <p:bodyStyle>
      <a:lvl1pPr marL="144688" indent="-144688" algn="l" defTabSz="578755" rtl="0" eaLnBrk="1" latinLnBrk="0" hangingPunct="1">
        <a:lnSpc>
          <a:spcPct val="90000"/>
        </a:lnSpc>
        <a:spcBef>
          <a:spcPts val="631"/>
        </a:spcBef>
        <a:buFont typeface="Arial" panose="020B0604020202020204" pitchFamily="34" charset="0"/>
        <a:buChar char="•"/>
        <a:defRPr sz="1452" kern="1200">
          <a:solidFill>
            <a:schemeClr val="bg1">
              <a:lumMod val="95000"/>
            </a:schemeClr>
          </a:solidFill>
          <a:latin typeface="+mn-lt"/>
          <a:ea typeface="+mn-ea"/>
          <a:cs typeface="+mn-cs"/>
        </a:defRPr>
      </a:lvl1pPr>
      <a:lvl2pPr marL="434067" indent="-144688" algn="l" defTabSz="578755" rtl="0" eaLnBrk="1" latinLnBrk="0" hangingPunct="1">
        <a:lnSpc>
          <a:spcPct val="90000"/>
        </a:lnSpc>
        <a:spcBef>
          <a:spcPts val="317"/>
        </a:spcBef>
        <a:buFont typeface="Arial" panose="020B0604020202020204" pitchFamily="34" charset="0"/>
        <a:buChar char="•"/>
        <a:defRPr sz="1271" kern="1200">
          <a:solidFill>
            <a:schemeClr val="bg1">
              <a:lumMod val="95000"/>
            </a:schemeClr>
          </a:solidFill>
          <a:latin typeface="+mn-lt"/>
          <a:ea typeface="+mn-ea"/>
          <a:cs typeface="+mn-cs"/>
        </a:defRPr>
      </a:lvl2pPr>
      <a:lvl3pPr marL="723445" indent="-144688" algn="l" defTabSz="578755" rtl="0" eaLnBrk="1" latinLnBrk="0" hangingPunct="1">
        <a:lnSpc>
          <a:spcPct val="90000"/>
        </a:lnSpc>
        <a:spcBef>
          <a:spcPts val="317"/>
        </a:spcBef>
        <a:buFont typeface="Arial" panose="020B0604020202020204" pitchFamily="34" charset="0"/>
        <a:buChar char="•"/>
        <a:defRPr sz="997" kern="1200">
          <a:solidFill>
            <a:schemeClr val="bg1">
              <a:lumMod val="95000"/>
            </a:schemeClr>
          </a:solidFill>
          <a:latin typeface="+mn-lt"/>
          <a:ea typeface="+mn-ea"/>
          <a:cs typeface="+mn-cs"/>
        </a:defRPr>
      </a:lvl3pPr>
      <a:lvl4pPr marL="1012822" indent="-144688" algn="l" defTabSz="578755" rtl="0" eaLnBrk="1" latinLnBrk="0" hangingPunct="1">
        <a:lnSpc>
          <a:spcPct val="90000"/>
        </a:lnSpc>
        <a:spcBef>
          <a:spcPts val="317"/>
        </a:spcBef>
        <a:buFont typeface="Arial" panose="020B0604020202020204" pitchFamily="34" charset="0"/>
        <a:buChar char="•"/>
        <a:defRPr sz="907" kern="1200">
          <a:solidFill>
            <a:schemeClr val="bg1">
              <a:lumMod val="95000"/>
            </a:schemeClr>
          </a:solidFill>
          <a:latin typeface="+mn-lt"/>
          <a:ea typeface="+mn-ea"/>
          <a:cs typeface="+mn-cs"/>
        </a:defRPr>
      </a:lvl4pPr>
      <a:lvl5pPr marL="1302200" indent="-144688" algn="l" defTabSz="578755" rtl="0" eaLnBrk="1" latinLnBrk="0" hangingPunct="1">
        <a:lnSpc>
          <a:spcPct val="90000"/>
        </a:lnSpc>
        <a:spcBef>
          <a:spcPts val="317"/>
        </a:spcBef>
        <a:buFont typeface="Arial" panose="020B0604020202020204" pitchFamily="34" charset="0"/>
        <a:buChar char="•"/>
        <a:defRPr sz="907" kern="1200">
          <a:solidFill>
            <a:schemeClr val="bg1">
              <a:lumMod val="95000"/>
            </a:schemeClr>
          </a:solidFill>
          <a:latin typeface="+mn-lt"/>
          <a:ea typeface="+mn-ea"/>
          <a:cs typeface="+mn-cs"/>
        </a:defRPr>
      </a:lvl5pPr>
      <a:lvl6pPr marL="1591576" indent="-144688" algn="l" defTabSz="578755" rtl="0" eaLnBrk="1" latinLnBrk="0" hangingPunct="1">
        <a:lnSpc>
          <a:spcPct val="90000"/>
        </a:lnSpc>
        <a:spcBef>
          <a:spcPts val="317"/>
        </a:spcBef>
        <a:buFont typeface="Arial" panose="020B0604020202020204" pitchFamily="34" charset="0"/>
        <a:buChar char="•"/>
        <a:defRPr sz="1141" kern="1200">
          <a:solidFill>
            <a:schemeClr val="tx1"/>
          </a:solidFill>
          <a:latin typeface="+mn-lt"/>
          <a:ea typeface="+mn-ea"/>
          <a:cs typeface="+mn-cs"/>
        </a:defRPr>
      </a:lvl6pPr>
      <a:lvl7pPr marL="1880955" indent="-144688" algn="l" defTabSz="578755" rtl="0" eaLnBrk="1" latinLnBrk="0" hangingPunct="1">
        <a:lnSpc>
          <a:spcPct val="90000"/>
        </a:lnSpc>
        <a:spcBef>
          <a:spcPts val="317"/>
        </a:spcBef>
        <a:buFont typeface="Arial" panose="020B0604020202020204" pitchFamily="34" charset="0"/>
        <a:buChar char="•"/>
        <a:defRPr sz="1141" kern="1200">
          <a:solidFill>
            <a:schemeClr val="tx1"/>
          </a:solidFill>
          <a:latin typeface="+mn-lt"/>
          <a:ea typeface="+mn-ea"/>
          <a:cs typeface="+mn-cs"/>
        </a:defRPr>
      </a:lvl7pPr>
      <a:lvl8pPr marL="2170334" indent="-144688" algn="l" defTabSz="578755" rtl="0" eaLnBrk="1" latinLnBrk="0" hangingPunct="1">
        <a:lnSpc>
          <a:spcPct val="90000"/>
        </a:lnSpc>
        <a:spcBef>
          <a:spcPts val="317"/>
        </a:spcBef>
        <a:buFont typeface="Arial" panose="020B0604020202020204" pitchFamily="34" charset="0"/>
        <a:buChar char="•"/>
        <a:defRPr sz="1141" kern="1200">
          <a:solidFill>
            <a:schemeClr val="tx1"/>
          </a:solidFill>
          <a:latin typeface="+mn-lt"/>
          <a:ea typeface="+mn-ea"/>
          <a:cs typeface="+mn-cs"/>
        </a:defRPr>
      </a:lvl8pPr>
      <a:lvl9pPr marL="2459712" indent="-144688" algn="l" defTabSz="578755" rtl="0" eaLnBrk="1" latinLnBrk="0" hangingPunct="1">
        <a:lnSpc>
          <a:spcPct val="90000"/>
        </a:lnSpc>
        <a:spcBef>
          <a:spcPts val="317"/>
        </a:spcBef>
        <a:buFont typeface="Arial" panose="020B0604020202020204" pitchFamily="34" charset="0"/>
        <a:buChar char="•"/>
        <a:defRPr sz="1141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578755" rtl="0" eaLnBrk="1" latinLnBrk="0" hangingPunct="1">
        <a:defRPr sz="1141" kern="1200">
          <a:solidFill>
            <a:schemeClr val="tx1"/>
          </a:solidFill>
          <a:latin typeface="+mn-lt"/>
          <a:ea typeface="+mn-ea"/>
          <a:cs typeface="+mn-cs"/>
        </a:defRPr>
      </a:lvl1pPr>
      <a:lvl2pPr marL="289378" algn="l" defTabSz="578755" rtl="0" eaLnBrk="1" latinLnBrk="0" hangingPunct="1">
        <a:defRPr sz="1141" kern="1200">
          <a:solidFill>
            <a:schemeClr val="tx1"/>
          </a:solidFill>
          <a:latin typeface="+mn-lt"/>
          <a:ea typeface="+mn-ea"/>
          <a:cs typeface="+mn-cs"/>
        </a:defRPr>
      </a:lvl2pPr>
      <a:lvl3pPr marL="578755" algn="l" defTabSz="578755" rtl="0" eaLnBrk="1" latinLnBrk="0" hangingPunct="1">
        <a:defRPr sz="1141" kern="1200">
          <a:solidFill>
            <a:schemeClr val="tx1"/>
          </a:solidFill>
          <a:latin typeface="+mn-lt"/>
          <a:ea typeface="+mn-ea"/>
          <a:cs typeface="+mn-cs"/>
        </a:defRPr>
      </a:lvl3pPr>
      <a:lvl4pPr marL="868132" algn="l" defTabSz="578755" rtl="0" eaLnBrk="1" latinLnBrk="0" hangingPunct="1">
        <a:defRPr sz="1141" kern="1200">
          <a:solidFill>
            <a:schemeClr val="tx1"/>
          </a:solidFill>
          <a:latin typeface="+mn-lt"/>
          <a:ea typeface="+mn-ea"/>
          <a:cs typeface="+mn-cs"/>
        </a:defRPr>
      </a:lvl4pPr>
      <a:lvl5pPr marL="1157510" algn="l" defTabSz="578755" rtl="0" eaLnBrk="1" latinLnBrk="0" hangingPunct="1">
        <a:defRPr sz="1141" kern="1200">
          <a:solidFill>
            <a:schemeClr val="tx1"/>
          </a:solidFill>
          <a:latin typeface="+mn-lt"/>
          <a:ea typeface="+mn-ea"/>
          <a:cs typeface="+mn-cs"/>
        </a:defRPr>
      </a:lvl5pPr>
      <a:lvl6pPr marL="1446887" algn="l" defTabSz="578755" rtl="0" eaLnBrk="1" latinLnBrk="0" hangingPunct="1">
        <a:defRPr sz="1141" kern="1200">
          <a:solidFill>
            <a:schemeClr val="tx1"/>
          </a:solidFill>
          <a:latin typeface="+mn-lt"/>
          <a:ea typeface="+mn-ea"/>
          <a:cs typeface="+mn-cs"/>
        </a:defRPr>
      </a:lvl6pPr>
      <a:lvl7pPr marL="1736266" algn="l" defTabSz="578755" rtl="0" eaLnBrk="1" latinLnBrk="0" hangingPunct="1">
        <a:defRPr sz="1141" kern="1200">
          <a:solidFill>
            <a:schemeClr val="tx1"/>
          </a:solidFill>
          <a:latin typeface="+mn-lt"/>
          <a:ea typeface="+mn-ea"/>
          <a:cs typeface="+mn-cs"/>
        </a:defRPr>
      </a:lvl7pPr>
      <a:lvl8pPr marL="2025644" algn="l" defTabSz="578755" rtl="0" eaLnBrk="1" latinLnBrk="0" hangingPunct="1">
        <a:defRPr sz="1141" kern="1200">
          <a:solidFill>
            <a:schemeClr val="tx1"/>
          </a:solidFill>
          <a:latin typeface="+mn-lt"/>
          <a:ea typeface="+mn-ea"/>
          <a:cs typeface="+mn-cs"/>
        </a:defRPr>
      </a:lvl8pPr>
      <a:lvl9pPr marL="2315021" algn="l" defTabSz="578755" rtl="0" eaLnBrk="1" latinLnBrk="0" hangingPunct="1">
        <a:defRPr sz="1141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9" orient="horz" pos="4156">
          <p15:clr>
            <a:srgbClr val="F26B43"/>
          </p15:clr>
        </p15:guide>
        <p15:guide id="20" orient="horz" pos="482">
          <p15:clr>
            <a:srgbClr val="F26B43"/>
          </p15:clr>
        </p15:guide>
        <p15:guide id="21" pos="218">
          <p15:clr>
            <a:srgbClr val="F26B43"/>
          </p15:clr>
        </p15:guide>
        <p15:guide id="22" pos="7469">
          <p15:clr>
            <a:srgbClr val="F26B43"/>
          </p15:clr>
        </p15:guide>
        <p15:guide id="23" orient="horz" pos="249">
          <p15:clr>
            <a:srgbClr val="F26B43"/>
          </p15:clr>
        </p15:guide>
        <p15:guide id="24" orient="horz" pos="4042">
          <p15:clr>
            <a:srgbClr val="F26B43"/>
          </p15:clr>
        </p15:guide>
        <p15:guide id="25" orient="horz" pos="3906">
          <p15:clr>
            <a:srgbClr val="F26B43"/>
          </p15:clr>
        </p15:guide>
        <p15:guide id="26" orient="horz" pos="640">
          <p15:clr>
            <a:srgbClr val="F26B43"/>
          </p15:clr>
        </p15:guide>
        <p15:guide id="27" pos="3840">
          <p15:clr>
            <a:srgbClr val="F26B43"/>
          </p15:clr>
        </p15:guide>
      </p15:sldGuideLst>
    </p:ext>
  </p:extLst>
</p:sldMaster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8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.png"/><Relationship Id="rId3" Type="http://schemas.openxmlformats.org/officeDocument/2006/relationships/image" Target="../media/image806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Relationship Id="rId4" Type="http://schemas.openxmlformats.org/officeDocument/2006/relationships/image" Target="../media/image807.png"/><Relationship Id="rId5" Type="http://schemas.openxmlformats.org/officeDocument/2006/relationships/image" Target="../media/image808.png"/><Relationship Id="rId6" Type="http://schemas.openxmlformats.org/officeDocument/2006/relationships/image" Target="../media/image809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0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image" Target="../media/image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2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png"/><Relationship Id="rId4" Type="http://schemas.openxmlformats.org/officeDocument/2006/relationships/image" Target="../media/image810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image" Target="../media/image1.pn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image" Target="../media/image4.png"/></Relationships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Заголовок 2">
            <a:extLst>
              <a:ext uri="{FF2B5EF4-FFF2-40B4-BE49-F238E27FC236}">
                <a16:creationId xmlns:a16="http://schemas.microsoft.com/office/drawing/2014/main" id="{2FA84A33-0C72-0932-80BA-8E3874357B7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20040" y="3749039"/>
            <a:ext cx="5852160" cy="868680"/>
          </a:xfrm>
        </p:spPr>
        <p:txBody>
          <a:bodyPr/>
          <a:lstStyle/>
          <a:p>
            <a:pPr marL="268288" indent="0">
              <a:buNone/>
            </a:pPr>
            <a:r>
              <a:rPr sz="2000" b="1">
                <a:solidFill>
                  <a:srgbClr val="FFFFFF"/>
                </a:solidFill>
              </a:rPr>
              <a:t>НТ АЛЬЯНС</a:t>
            </a:r>
            <a:endParaRPr lang="ru-RU" sz="4800" dirty="0"/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37079B28-9FB8-672E-DD52-FA978EC4A21B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320040" y="4709160"/>
            <a:ext cx="8595360" cy="1005840"/>
          </a:xfrm>
        </p:spPr>
        <p:txBody>
          <a:bodyPr anchor="ctr">
            <a:normAutofit lnSpcReduction="10000"/>
          </a:bodyPr>
          <a:lstStyle/>
          <a:p>
            <a:pPr marL="271463" indent="-3175">
              <a:buNone/>
            </a:pPr>
            <a:r>
              <a:rPr sz="1300">
                <a:solidFill>
                  <a:srgbClr val="FFFFFF"/>
                </a:solidFill>
              </a:rPr>
              <a:t>Цифровая платформа-агрегатор ИТ-вакансий</a:t>
            </a:r>
          </a:p>
          <a:p>
            <a:pPr>
              <a:buNone/>
            </a:pPr>
            <a:r>
              <a:rPr sz="1300">
                <a:solidFill>
                  <a:srgbClr val="FFFFFF"/>
                </a:solidFill>
              </a:rPr>
              <a:t>с верифицированным профилем достижений</a:t>
            </a:r>
          </a:p>
          <a:p>
            <a:pPr>
              <a:buNone/>
            </a:pPr>
            <a:r>
              <a:rPr sz="1300">
                <a:solidFill>
                  <a:srgbClr val="FFFFFF"/>
                </a:solidFill>
              </a:rPr>
              <a:t>участника Федерации спортивного программирования (ФСП)</a:t>
            </a:r>
          </a:p>
        </p:txBody>
      </p:sp>
      <p:pic>
        <p:nvPicPr>
          <p:cNvPr id="10" name="Рисунок 9">
            <a:extLst>
              <a:ext uri="{FF2B5EF4-FFF2-40B4-BE49-F238E27FC236}">
                <a16:creationId xmlns:a16="http://schemas.microsoft.com/office/drawing/2014/main" id="{00FC7892-251B-3371-00B1-416B799F0D7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6075" y="631174"/>
            <a:ext cx="4905194" cy="6200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8066604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13BA75DB-8EAE-769C-2B17-FF7CD6EEF6C6}"/>
              </a:ext>
            </a:extLst>
          </p:cNvPr>
          <p:cNvSpPr/>
          <p:nvPr/>
        </p:nvSpPr>
        <p:spPr>
          <a:xfrm>
            <a:off x="0" y="2971800"/>
            <a:ext cx="6456363" cy="3886200"/>
          </a:xfrm>
          <a:prstGeom prst="rect">
            <a:avLst/>
          </a:prstGeom>
          <a:solidFill>
            <a:srgbClr val="DCCEE4">
              <a:alpha val="49804"/>
            </a:srgb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endParaRPr lang="ru-RU" dirty="0"/>
          </a:p>
        </p:txBody>
      </p:sp>
      <p:sp>
        <p:nvSpPr>
          <p:cNvPr id="6" name="Текст 8">
            <a:extLst>
              <a:ext uri="{FF2B5EF4-FFF2-40B4-BE49-F238E27FC236}">
                <a16:creationId xmlns:a16="http://schemas.microsoft.com/office/drawing/2014/main" id="{32D7670A-4313-AE7C-DDA9-134ADC224C94}"/>
              </a:ext>
            </a:extLst>
          </p:cNvPr>
          <p:cNvSpPr txBox="1">
            <a:spLocks/>
          </p:cNvSpPr>
          <p:nvPr/>
        </p:nvSpPr>
        <p:spPr>
          <a:xfrm>
            <a:off x="6819904" y="2303118"/>
            <a:ext cx="4945564" cy="329184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144688" indent="-144688" algn="l" defTabSz="578755" rtl="0" eaLnBrk="1" latinLnBrk="0" hangingPunct="1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 pitchFamily="2" charset="2"/>
              <a:buChar char="§"/>
              <a:defRPr sz="1400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067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271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44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9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200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576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95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334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71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buNone/>
            </a:pPr>
            <a:r>
              <a:rPr sz="1600" b="1">
                <a:solidFill>
                  <a:srgbClr val="6B2D8B"/>
                </a:solidFill>
              </a:rPr>
              <a:t>Краткое описание решения:</a:t>
            </a:r>
          </a:p>
        </p:txBody>
      </p:sp>
      <p:sp>
        <p:nvSpPr>
          <p:cNvPr id="8" name="Текст 8">
            <a:extLst>
              <a:ext uri="{FF2B5EF4-FFF2-40B4-BE49-F238E27FC236}">
                <a16:creationId xmlns:a16="http://schemas.microsoft.com/office/drawing/2014/main" id="{D8A04531-793D-BF7A-34F3-615C18C06BA5}"/>
              </a:ext>
            </a:extLst>
          </p:cNvPr>
          <p:cNvSpPr txBox="1">
            <a:spLocks/>
          </p:cNvSpPr>
          <p:nvPr/>
        </p:nvSpPr>
        <p:spPr>
          <a:xfrm>
            <a:off x="6839712" y="4889209"/>
            <a:ext cx="4946904" cy="1417320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144688" indent="-144688" algn="l" defTabSz="578755" rtl="0" eaLnBrk="1" latinLnBrk="0" hangingPunct="1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 pitchFamily="2" charset="2"/>
              <a:buChar char="§"/>
              <a:defRPr sz="1400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067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271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44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9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200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576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95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334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71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buNone/>
            </a:pPr>
            <a:r>
              <a:rPr sz="1300">
                <a:solidFill>
                  <a:srgbClr val="2A2733"/>
                </a:solidFill>
              </a:rPr>
              <a:t>Грейд из теста, не из резюме. В подборе статусы честные: подтверждено / нет / не проверено — «не проверено» не выдаём за полный матч.</a:t>
            </a:r>
          </a:p>
          <a:p>
            <a:pPr>
              <a:buNone/>
            </a:pPr>
            <a:r>
              <a:rPr sz="1300">
                <a:solidFill>
                  <a:srgbClr val="2A2733"/>
                </a:solidFill>
              </a:rPr>
              <a:t>Без боевого ФСП путь жив. Вилка ₽ в приглашении; согласие отделяет интерес от контактов. Жюри видит: основание грейда и кто получает контакты.</a:t>
            </a:r>
          </a:p>
        </p:txBody>
      </p:sp>
      <p:sp>
        <p:nvSpPr>
          <p:cNvPr id="14" name="Текст 8">
            <a:extLst>
              <a:ext uri="{FF2B5EF4-FFF2-40B4-BE49-F238E27FC236}">
                <a16:creationId xmlns:a16="http://schemas.microsoft.com/office/drawing/2014/main" id="{A66B04C6-E9BA-5BA2-7A5C-84468D491C57}"/>
              </a:ext>
            </a:extLst>
          </p:cNvPr>
          <p:cNvSpPr txBox="1">
            <a:spLocks/>
          </p:cNvSpPr>
          <p:nvPr/>
        </p:nvSpPr>
        <p:spPr>
          <a:xfrm>
            <a:off x="338328" y="3886200"/>
            <a:ext cx="5632704" cy="1417320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144688" indent="-144688" algn="l" defTabSz="578755" rtl="0" eaLnBrk="1" latinLnBrk="0" hangingPunct="1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 pitchFamily="2" charset="2"/>
              <a:buChar char="§"/>
              <a:defRPr sz="1400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067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271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44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9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200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576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95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334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71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 b="1">
                <a:solidFill>
                  <a:srgbClr val="2A2733"/>
                </a:solidFill>
              </a:rPr>
              <a:t>Участники: 3 человека</a:t>
            </a:r>
          </a:p>
          <a:p>
            <a:pPr>
              <a:buNone/>
            </a:pPr>
            <a:r>
              <a:rPr sz="1200" b="1">
                <a:solidFill>
                  <a:srgbClr val="2A2733"/>
                </a:solidFill>
              </a:rPr>
              <a:t>Состав: Розов · Бессмертный · Холод</a:t>
            </a:r>
          </a:p>
          <a:p>
            <a:pPr>
              <a:buNone/>
            </a:pPr>
            <a:r>
              <a:rPr sz="1200" b="1">
                <a:solidFill>
                  <a:srgbClr val="2A2733"/>
                </a:solidFill>
              </a:rPr>
              <a:t>Роли: тест и подбор · сервер и стенд · UI кабинетов</a:t>
            </a:r>
          </a:p>
          <a:p>
            <a:pPr>
              <a:buNone/>
            </a:pPr>
            <a:r>
              <a:rPr sz="1200" b="1">
                <a:solidFill>
                  <a:srgbClr val="2A2733"/>
                </a:solidFill>
              </a:rPr>
              <a:t>Telegram: @l_tyrosine · @TylerDDDDDDD · @Nikita_Khol0d</a:t>
            </a:r>
          </a:p>
          <a:p>
            <a:pPr>
              <a:buNone/>
            </a:pPr>
            <a:r>
              <a:rPr sz="1200" b="1">
                <a:solidFill>
                  <a:srgbClr val="2A2733"/>
                </a:solidFill>
              </a:rPr>
              <a:t>Стенд: https://85-137-26-131.sslip.io</a:t>
            </a:r>
          </a:p>
        </p:txBody>
      </p:sp>
      <p:sp>
        <p:nvSpPr>
          <p:cNvPr id="15" name="Текст 8">
            <a:extLst>
              <a:ext uri="{FF2B5EF4-FFF2-40B4-BE49-F238E27FC236}">
                <a16:creationId xmlns:a16="http://schemas.microsoft.com/office/drawing/2014/main" id="{835E7A1E-FFEA-1C2F-65E6-56769FEFB842}"/>
              </a:ext>
            </a:extLst>
          </p:cNvPr>
          <p:cNvSpPr txBox="1">
            <a:spLocks/>
          </p:cNvSpPr>
          <p:nvPr/>
        </p:nvSpPr>
        <p:spPr>
          <a:xfrm>
            <a:off x="334962" y="3484785"/>
            <a:ext cx="2990173" cy="329184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144688" indent="-144688" algn="l" defTabSz="578755" rtl="0" eaLnBrk="1" latinLnBrk="0" hangingPunct="1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 pitchFamily="2" charset="2"/>
              <a:buChar char="§"/>
              <a:defRPr sz="1400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067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271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44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9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200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576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95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334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71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buNone/>
            </a:pPr>
            <a:r>
              <a:rPr sz="1600" b="1">
                <a:solidFill>
                  <a:srgbClr val="6B2D8B"/>
                </a:solidFill>
              </a:rPr>
              <a:t>О команде</a:t>
            </a:r>
          </a:p>
        </p:txBody>
      </p:sp>
      <p:sp>
        <p:nvSpPr>
          <p:cNvPr id="18" name="Заголовок 6">
            <a:extLst>
              <a:ext uri="{FF2B5EF4-FFF2-40B4-BE49-F238E27FC236}">
                <a16:creationId xmlns:a16="http://schemas.microsoft.com/office/drawing/2014/main" id="{7CB04CCE-DD7B-2901-A280-8E4E079451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19903" y="1039236"/>
            <a:ext cx="3636703" cy="502920"/>
          </a:xfrm>
        </p:spPr>
        <p:txBody>
          <a:bodyPr/>
          <a:lstStyle/>
          <a:p>
            <a:pPr>
              <a:buNone/>
            </a:pPr>
            <a:r>
              <a:rPr sz="2200" b="1">
                <a:solidFill>
                  <a:srgbClr val="2A2733"/>
                </a:solidFill>
              </a:rPr>
              <a:t>КОМАНДА «НТ АЛЬЯНС»</a:t>
            </a:r>
            <a:endParaRPr lang="ru-RU" sz="2400" dirty="0">
              <a:solidFill>
                <a:schemeClr val="accent5"/>
              </a:solidFill>
              <a:latin typeface="+mn-lt"/>
            </a:endParaRPr>
          </a:p>
        </p:txBody>
      </p:sp>
      <p:cxnSp>
        <p:nvCxnSpPr>
          <p:cNvPr id="7" name="Прямая соединительная линия 6">
            <a:extLst>
              <a:ext uri="{FF2B5EF4-FFF2-40B4-BE49-F238E27FC236}">
                <a16:creationId xmlns:a16="http://schemas.microsoft.com/office/drawing/2014/main" id="{7C7CCC6C-58F8-0E63-53E4-87AE6D59DD62}"/>
              </a:ext>
            </a:extLst>
          </p:cNvPr>
          <p:cNvCxnSpPr>
            <a:cxnSpLocks/>
          </p:cNvCxnSpPr>
          <p:nvPr/>
        </p:nvCxnSpPr>
        <p:spPr>
          <a:xfrm>
            <a:off x="6880774" y="2240031"/>
            <a:ext cx="4884824" cy="0"/>
          </a:xfrm>
          <a:prstGeom prst="line">
            <a:avLst/>
          </a:prstGeom>
          <a:ln w="12700">
            <a:solidFill>
              <a:schemeClr val="accent5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6" name="Прямая соединительная линия 15">
            <a:extLst>
              <a:ext uri="{FF2B5EF4-FFF2-40B4-BE49-F238E27FC236}">
                <a16:creationId xmlns:a16="http://schemas.microsoft.com/office/drawing/2014/main" id="{1B3B23E2-26F4-92D2-2DA4-7A9B6B8237E1}"/>
              </a:ext>
            </a:extLst>
          </p:cNvPr>
          <p:cNvCxnSpPr>
            <a:cxnSpLocks/>
          </p:cNvCxnSpPr>
          <p:nvPr/>
        </p:nvCxnSpPr>
        <p:spPr>
          <a:xfrm>
            <a:off x="6897347" y="4437879"/>
            <a:ext cx="4884824" cy="0"/>
          </a:xfrm>
          <a:prstGeom prst="line">
            <a:avLst/>
          </a:prstGeom>
          <a:ln w="12700">
            <a:solidFill>
              <a:schemeClr val="accent5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7" name="Прямая соединительная линия 16">
            <a:extLst>
              <a:ext uri="{FF2B5EF4-FFF2-40B4-BE49-F238E27FC236}">
                <a16:creationId xmlns:a16="http://schemas.microsoft.com/office/drawing/2014/main" id="{0C8347DC-DEA9-7C56-5C73-FA89FB55D49D}"/>
              </a:ext>
            </a:extLst>
          </p:cNvPr>
          <p:cNvCxnSpPr>
            <a:cxnSpLocks/>
          </p:cNvCxnSpPr>
          <p:nvPr/>
        </p:nvCxnSpPr>
        <p:spPr>
          <a:xfrm>
            <a:off x="395833" y="3448639"/>
            <a:ext cx="5700167" cy="0"/>
          </a:xfrm>
          <a:prstGeom prst="line">
            <a:avLst/>
          </a:prstGeom>
          <a:ln>
            <a:solidFill>
              <a:schemeClr val="accent5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4" name="Текст 8">
            <a:extLst>
              <a:ext uri="{FF2B5EF4-FFF2-40B4-BE49-F238E27FC236}">
                <a16:creationId xmlns:a16="http://schemas.microsoft.com/office/drawing/2014/main" id="{D556F1CE-69ED-AE0F-D388-9032B66CC535}"/>
              </a:ext>
            </a:extLst>
          </p:cNvPr>
          <p:cNvSpPr txBox="1">
            <a:spLocks/>
          </p:cNvSpPr>
          <p:nvPr/>
        </p:nvSpPr>
        <p:spPr>
          <a:xfrm>
            <a:off x="6819904" y="4541737"/>
            <a:ext cx="4945564" cy="329184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144688" indent="-144688" algn="l" defTabSz="578755" rtl="0" eaLnBrk="1" latinLnBrk="0" hangingPunct="1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 pitchFamily="2" charset="2"/>
              <a:buChar char="§"/>
              <a:defRPr sz="1400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067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271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44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9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200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576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95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334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71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buNone/>
            </a:pPr>
            <a:r>
              <a:rPr sz="1600" b="1">
                <a:solidFill>
                  <a:srgbClr val="6B2D8B"/>
                </a:solidFill>
              </a:rPr>
              <a:t>Уникальность решения:</a:t>
            </a:r>
          </a:p>
        </p:txBody>
      </p:sp>
      <p:sp>
        <p:nvSpPr>
          <p:cNvPr id="5" name="Текст 8">
            <a:extLst>
              <a:ext uri="{FF2B5EF4-FFF2-40B4-BE49-F238E27FC236}">
                <a16:creationId xmlns:a16="http://schemas.microsoft.com/office/drawing/2014/main" id="{6811D897-A2AE-AA09-747E-1B90C43B5420}"/>
              </a:ext>
            </a:extLst>
          </p:cNvPr>
          <p:cNvSpPr txBox="1">
            <a:spLocks/>
          </p:cNvSpPr>
          <p:nvPr/>
        </p:nvSpPr>
        <p:spPr>
          <a:xfrm>
            <a:off x="6812280" y="2650590"/>
            <a:ext cx="4946904" cy="1645920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144688" indent="-144688" algn="l" defTabSz="578755" rtl="0" eaLnBrk="1" latinLnBrk="0" hangingPunct="1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 pitchFamily="2" charset="2"/>
              <a:buChar char="§"/>
              <a:defRPr sz="1400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067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271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44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9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200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576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95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334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71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buNone/>
            </a:pPr>
            <a:r>
              <a:rPr sz="1300">
                <a:solidFill>
                  <a:srgbClr val="2A2733"/>
                </a:solidFill>
              </a:rPr>
              <a:t>Тест навыков → подтверждённый грейд. Приглашение с вилкой ₽ до переписки.</a:t>
            </a:r>
          </a:p>
          <a:p>
            <a:pPr>
              <a:buNone/>
            </a:pPr>
            <a:r>
              <a:rPr sz="1300">
                <a:solidFill>
                  <a:srgbClr val="2A2733"/>
                </a:solidFill>
              </a:rPr>
              <a:t>Из профиля, теста и статусов подбора (подтверждено / нет / не проверено) работодатель видит основания, не «красивое резюме»; контакты — только после принятия и только этой компании.</a:t>
            </a:r>
          </a:p>
          <a:p>
            <a:pPr>
              <a:buNone/>
            </a:pPr>
            <a:r>
              <a:rPr sz="1300">
                <a:solidFill>
                  <a:srgbClr val="2A2733"/>
                </a:solidFill>
              </a:rPr>
              <a:t>Стенд: https://85-137-26-131.sslip.io</a:t>
            </a:r>
          </a:p>
        </p:txBody>
      </p:sp>
      <p:sp>
        <p:nvSpPr>
          <p:cNvPr id="10" name="Номер слайда 35">
            <a:extLst>
              <a:ext uri="{FF2B5EF4-FFF2-40B4-BE49-F238E27FC236}">
                <a16:creationId xmlns:a16="http://schemas.microsoft.com/office/drawing/2014/main" id="{75D9ACE7-3A6B-03B3-9BA4-502350CBAA74}"/>
              </a:ext>
            </a:extLst>
          </p:cNvPr>
          <p:cNvSpPr txBox="1">
            <a:spLocks/>
          </p:cNvSpPr>
          <p:nvPr/>
        </p:nvSpPr>
        <p:spPr>
          <a:xfrm>
            <a:off x="11413507" y="6356358"/>
            <a:ext cx="559119" cy="365125"/>
          </a:xfrm>
          <a:prstGeom prst="rect">
            <a:avLst/>
          </a:prstGeom>
        </p:spPr>
        <p:txBody>
          <a:bodyPr/>
          <a:lstStyle>
            <a:defPPr>
              <a:defRPr lang="ru-RU"/>
            </a:defPPr>
            <a:lvl1pPr marL="0" algn="l" defTabSz="91422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110" algn="l" defTabSz="91422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220" algn="l" defTabSz="91422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329" algn="l" defTabSz="91422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439" algn="l" defTabSz="91422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5549" algn="l" defTabSz="91422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2658" algn="l" defTabSz="91422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199765" algn="l" defTabSz="91422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6877" algn="l" defTabSz="91422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sz="1200" b="1">
                <a:solidFill>
                  <a:srgbClr val="FFFFFF"/>
                </a:solidFill>
              </a:rPr>
              <a:t>2</a:t>
            </a:r>
            <a:endParaRPr lang="ru-RU" sz="1200" dirty="0">
              <a:solidFill>
                <a:schemeClr val="accent5"/>
              </a:solidFill>
            </a:endParaRPr>
          </a:p>
        </p:txBody>
      </p:sp>
      <p:pic>
        <p:nvPicPr>
          <p:cNvPr id="19" name="Picture 18" descr="slide8_visua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335267"/>
            <a:ext cx="6456363" cy="29717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3977894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9AC977F-019F-1EBC-A1EC-CEAA645B59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Скругленный прямоугольник 55">
            <a:extLst>
              <a:ext uri="{FF2B5EF4-FFF2-40B4-BE49-F238E27FC236}">
                <a16:creationId xmlns:a16="http://schemas.microsoft.com/office/drawing/2014/main" id="{635392F3-78F4-5585-E25E-CDBEA7E9F10C}"/>
              </a:ext>
            </a:extLst>
          </p:cNvPr>
          <p:cNvSpPr/>
          <p:nvPr/>
        </p:nvSpPr>
        <p:spPr>
          <a:xfrm>
            <a:off x="5001768" y="1522006"/>
            <a:ext cx="2192713" cy="4069080"/>
          </a:xfrm>
          <a:prstGeom prst="roundRect">
            <a:avLst>
              <a:gd name="adj" fmla="val 9821"/>
            </a:avLst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t"/>
          <a:lstStyle/>
          <a:p>
            <a:pPr algn="ctr"/>
            <a:endParaRPr lang="ru-RU" b="1" dirty="0">
              <a:solidFill>
                <a:schemeClr val="accent2"/>
              </a:solidFill>
            </a:endParaRPr>
          </a:p>
        </p:txBody>
      </p:sp>
      <p:sp>
        <p:nvSpPr>
          <p:cNvPr id="57" name="Текст 8">
            <a:extLst>
              <a:ext uri="{FF2B5EF4-FFF2-40B4-BE49-F238E27FC236}">
                <a16:creationId xmlns:a16="http://schemas.microsoft.com/office/drawing/2014/main" id="{9398668D-F141-1433-7B1B-1518BC470E30}"/>
              </a:ext>
            </a:extLst>
          </p:cNvPr>
          <p:cNvSpPr txBox="1">
            <a:spLocks/>
          </p:cNvSpPr>
          <p:nvPr/>
        </p:nvSpPr>
        <p:spPr>
          <a:xfrm>
            <a:off x="5175504" y="4219486"/>
            <a:ext cx="1892807" cy="868680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144688" indent="-144688" algn="l" defTabSz="578755" rtl="0" eaLnBrk="1" latinLnBrk="0" hangingPunct="1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 pitchFamily="2" charset="2"/>
              <a:buChar char="§"/>
              <a:defRPr sz="1400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067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271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44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9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200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576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95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334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71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fontAlgn="base">
              <a:spcBef>
                <a:spcPts val="600"/>
              </a:spcBef>
              <a:buNone/>
            </a:pPr>
            <a:r>
              <a:rPr sz="1100">
                <a:solidFill>
                  <a:srgbClr val="2A2733"/>
                </a:solidFill>
              </a:rPr>
              <a:t>Тимлид / сервер</a:t>
            </a:r>
          </a:p>
          <a:p>
            <a:pPr>
              <a:buNone/>
            </a:pPr>
            <a:r>
              <a:rPr sz="1100">
                <a:solidFill>
                  <a:srgbClr val="2A2733"/>
                </a:solidFill>
              </a:rPr>
              <a:t>@TylerDDDDDDD</a:t>
            </a:r>
          </a:p>
          <a:p>
            <a:pPr>
              <a:buNone/>
            </a:pPr>
            <a:r>
              <a:rPr sz="1100">
                <a:solidFill>
                  <a:srgbClr val="2A2733"/>
                </a:solidFill>
              </a:rPr>
              <a:t>Датасет и стенд</a:t>
            </a:r>
          </a:p>
        </p:txBody>
      </p:sp>
      <p:sp>
        <p:nvSpPr>
          <p:cNvPr id="58" name="Текст 8">
            <a:extLst>
              <a:ext uri="{FF2B5EF4-FFF2-40B4-BE49-F238E27FC236}">
                <a16:creationId xmlns:a16="http://schemas.microsoft.com/office/drawing/2014/main" id="{8D1E397B-73F6-7777-9CD1-12E43986247F}"/>
              </a:ext>
            </a:extLst>
          </p:cNvPr>
          <p:cNvSpPr txBox="1">
            <a:spLocks/>
          </p:cNvSpPr>
          <p:nvPr/>
        </p:nvSpPr>
        <p:spPr>
          <a:xfrm>
            <a:off x="5175504" y="3588550"/>
            <a:ext cx="1719072" cy="630936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144688" indent="-144688" algn="l" defTabSz="578755" rtl="0" eaLnBrk="1" latinLnBrk="0" hangingPunct="1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 pitchFamily="2" charset="2"/>
              <a:buChar char="§"/>
              <a:defRPr sz="1400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067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271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44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9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200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576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95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334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71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sz="1500" b="1">
                <a:solidFill>
                  <a:srgbClr val="2A2733"/>
                </a:solidFill>
              </a:rPr>
              <a:t>Данила Бессмертный</a:t>
            </a:r>
          </a:p>
        </p:txBody>
      </p:sp>
      <p:sp>
        <p:nvSpPr>
          <p:cNvPr id="59" name="Скругленный прямоугольник 58">
            <a:extLst>
              <a:ext uri="{FF2B5EF4-FFF2-40B4-BE49-F238E27FC236}">
                <a16:creationId xmlns:a16="http://schemas.microsoft.com/office/drawing/2014/main" id="{0F406257-4D6A-D88A-21D7-91882F262CF5}"/>
              </a:ext>
            </a:extLst>
          </p:cNvPr>
          <p:cNvSpPr/>
          <p:nvPr/>
        </p:nvSpPr>
        <p:spPr>
          <a:xfrm>
            <a:off x="7699248" y="1522006"/>
            <a:ext cx="2192713" cy="4069080"/>
          </a:xfrm>
          <a:prstGeom prst="roundRect">
            <a:avLst>
              <a:gd name="adj" fmla="val 9821"/>
            </a:avLst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t"/>
          <a:lstStyle/>
          <a:p>
            <a:pPr algn="ctr"/>
            <a:endParaRPr lang="ru-RU" b="1" dirty="0">
              <a:solidFill>
                <a:schemeClr val="accent2"/>
              </a:solidFill>
            </a:endParaRPr>
          </a:p>
        </p:txBody>
      </p:sp>
      <p:sp>
        <p:nvSpPr>
          <p:cNvPr id="60" name="Текст 8">
            <a:extLst>
              <a:ext uri="{FF2B5EF4-FFF2-40B4-BE49-F238E27FC236}">
                <a16:creationId xmlns:a16="http://schemas.microsoft.com/office/drawing/2014/main" id="{44C1868D-BA5E-04C0-2882-2494450EF9D6}"/>
              </a:ext>
            </a:extLst>
          </p:cNvPr>
          <p:cNvSpPr txBox="1">
            <a:spLocks/>
          </p:cNvSpPr>
          <p:nvPr/>
        </p:nvSpPr>
        <p:spPr>
          <a:xfrm>
            <a:off x="7872984" y="4219486"/>
            <a:ext cx="1892807" cy="868680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144688" indent="-144688" algn="l" defTabSz="578755" rtl="0" eaLnBrk="1" latinLnBrk="0" hangingPunct="1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 pitchFamily="2" charset="2"/>
              <a:buChar char="§"/>
              <a:defRPr sz="1400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067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271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44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9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200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576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95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334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71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fontAlgn="base">
              <a:spcBef>
                <a:spcPts val="600"/>
              </a:spcBef>
              <a:buNone/>
            </a:pPr>
            <a:r>
              <a:rPr sz="1100">
                <a:solidFill>
                  <a:srgbClr val="2A2733"/>
                </a:solidFill>
              </a:rPr>
              <a:t>UI и сценарии</a:t>
            </a:r>
          </a:p>
          <a:p>
            <a:pPr>
              <a:buNone/>
            </a:pPr>
            <a:r>
              <a:rPr sz="1100">
                <a:solidFill>
                  <a:srgbClr val="2A2733"/>
                </a:solidFill>
              </a:rPr>
              <a:t>@Nikita_Khol0d</a:t>
            </a:r>
          </a:p>
          <a:p>
            <a:pPr>
              <a:buNone/>
            </a:pPr>
            <a:r>
              <a:rPr sz="1100">
                <a:solidFill>
                  <a:srgbClr val="2A2733"/>
                </a:solidFill>
              </a:rPr>
              <a:t>Кабинеты / HR</a:t>
            </a:r>
          </a:p>
        </p:txBody>
      </p:sp>
      <p:sp>
        <p:nvSpPr>
          <p:cNvPr id="61" name="Текст 8">
            <a:extLst>
              <a:ext uri="{FF2B5EF4-FFF2-40B4-BE49-F238E27FC236}">
                <a16:creationId xmlns:a16="http://schemas.microsoft.com/office/drawing/2014/main" id="{1A52C52A-3120-DA42-507D-5AE477E99E60}"/>
              </a:ext>
            </a:extLst>
          </p:cNvPr>
          <p:cNvSpPr txBox="1">
            <a:spLocks/>
          </p:cNvSpPr>
          <p:nvPr/>
        </p:nvSpPr>
        <p:spPr>
          <a:xfrm>
            <a:off x="7872984" y="3588550"/>
            <a:ext cx="1719072" cy="630936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144688" indent="-144688" algn="l" defTabSz="578755" rtl="0" eaLnBrk="1" latinLnBrk="0" hangingPunct="1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 pitchFamily="2" charset="2"/>
              <a:buChar char="§"/>
              <a:defRPr sz="1400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067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271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44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9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200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576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95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334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71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sz="1500" b="1">
                <a:solidFill>
                  <a:srgbClr val="2A2733"/>
                </a:solidFill>
              </a:rPr>
              <a:t>Никита Холод</a:t>
            </a:r>
          </a:p>
        </p:txBody>
      </p:sp>
      <p:sp>
        <p:nvSpPr>
          <p:cNvPr id="17" name="Скругленный прямоугольник 16">
            <a:extLst>
              <a:ext uri="{FF2B5EF4-FFF2-40B4-BE49-F238E27FC236}">
                <a16:creationId xmlns:a16="http://schemas.microsoft.com/office/drawing/2014/main" id="{FC0035EA-559C-020F-D4A8-B4146A26E8E5}"/>
              </a:ext>
            </a:extLst>
          </p:cNvPr>
          <p:cNvSpPr/>
          <p:nvPr/>
        </p:nvSpPr>
        <p:spPr>
          <a:xfrm>
            <a:off x="2304288" y="1522006"/>
            <a:ext cx="2192713" cy="4069080"/>
          </a:xfrm>
          <a:prstGeom prst="roundRect">
            <a:avLst>
              <a:gd name="adj" fmla="val 9821"/>
            </a:avLst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t"/>
          <a:lstStyle/>
          <a:p>
            <a:pPr algn="ctr"/>
            <a:endParaRPr lang="ru-RU" b="1" dirty="0">
              <a:solidFill>
                <a:schemeClr val="accent2"/>
              </a:solidFill>
            </a:endParaRPr>
          </a:p>
        </p:txBody>
      </p:sp>
      <p:sp>
        <p:nvSpPr>
          <p:cNvPr id="13" name="Скругленный прямоугольник 12">
            <a:extLst>
              <a:ext uri="{FF2B5EF4-FFF2-40B4-BE49-F238E27FC236}">
                <a16:creationId xmlns:a16="http://schemas.microsoft.com/office/drawing/2014/main" id="{4F9EEB10-D234-64E3-5744-B3981F11A494}"/>
              </a:ext>
            </a:extLst>
          </p:cNvPr>
          <p:cNvSpPr/>
          <p:nvPr/>
        </p:nvSpPr>
        <p:spPr>
          <a:xfrm>
            <a:off x="346075" y="324562"/>
            <a:ext cx="4389120" cy="658368"/>
          </a:xfrm>
          <a:prstGeom prst="roundRect">
            <a:avLst>
              <a:gd name="adj" fmla="val 18706"/>
            </a:avLst>
          </a:prstGeom>
          <a:solidFill>
            <a:schemeClr val="accent1"/>
          </a:solidFill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endParaRPr lang="ru-RU" b="1" dirty="0">
              <a:solidFill>
                <a:schemeClr val="accent2"/>
              </a:solidFill>
            </a:endParaRPr>
          </a:p>
        </p:txBody>
      </p:sp>
      <p:sp>
        <p:nvSpPr>
          <p:cNvPr id="18" name="Номер слайда 17">
            <a:extLst>
              <a:ext uri="{FF2B5EF4-FFF2-40B4-BE49-F238E27FC236}">
                <a16:creationId xmlns:a16="http://schemas.microsoft.com/office/drawing/2014/main" id="{ADFA4405-6EC1-3A52-92A7-2CA2130BB2B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r>
              <a:rPr sz="1200" b="1">
                <a:solidFill>
                  <a:srgbClr val="FFFFFF"/>
                </a:solidFill>
              </a:rPr>
              <a:t>3</a:t>
            </a:r>
            <a:endParaRPr lang="ru-RU" dirty="0">
              <a:solidFill>
                <a:schemeClr val="bg1"/>
              </a:solidFill>
            </a:endParaRPr>
          </a:p>
        </p:txBody>
      </p:sp>
      <p:sp>
        <p:nvSpPr>
          <p:cNvPr id="7" name="Заголовок 6">
            <a:extLst>
              <a:ext uri="{FF2B5EF4-FFF2-40B4-BE49-F238E27FC236}">
                <a16:creationId xmlns:a16="http://schemas.microsoft.com/office/drawing/2014/main" id="{A8302BF4-F579-F30C-0D0B-9EC587DE2A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8359" y="438912"/>
            <a:ext cx="9862734" cy="420624"/>
          </a:xfrm>
        </p:spPr>
        <p:txBody>
          <a:bodyPr/>
          <a:lstStyle/>
          <a:p>
            <a:pPr>
              <a:buNone/>
            </a:pPr>
            <a:r>
              <a:rPr sz="2000" b="1">
                <a:solidFill>
                  <a:srgbClr val="FFFFFF"/>
                </a:solidFill>
              </a:rPr>
              <a:t>КОМАНДА «НТ АЛЬЯНС»</a:t>
            </a:r>
            <a:endParaRPr lang="ru-RU" dirty="0">
              <a:latin typeface="+mn-lt"/>
            </a:endParaRPr>
          </a:p>
        </p:txBody>
      </p:sp>
      <p:sp>
        <p:nvSpPr>
          <p:cNvPr id="9" name="Текст 8">
            <a:extLst>
              <a:ext uri="{FF2B5EF4-FFF2-40B4-BE49-F238E27FC236}">
                <a16:creationId xmlns:a16="http://schemas.microsoft.com/office/drawing/2014/main" id="{8392728C-0D28-63FE-46DB-BBDA5226DAE1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2478024" y="4219486"/>
            <a:ext cx="1892807" cy="868680"/>
          </a:xfrm>
        </p:spPr>
        <p:txBody>
          <a:bodyPr>
            <a:normAutofit/>
          </a:bodyPr>
          <a:lstStyle/>
          <a:p>
            <a:pPr rtl="0" fontAlgn="base">
              <a:spcBef>
                <a:spcPts val="600"/>
              </a:spcBef>
              <a:spcAft>
                <a:spcPts val="0"/>
              </a:spcAft>
              <a:buNone/>
            </a:pPr>
            <a:r>
              <a:rPr sz="1100">
                <a:solidFill>
                  <a:srgbClr val="2A2733"/>
                </a:solidFill>
              </a:rPr>
              <a:t>Тест и подбор</a:t>
            </a:r>
          </a:p>
          <a:p>
            <a:pPr>
              <a:buNone/>
            </a:pPr>
            <a:r>
              <a:rPr sz="1100">
                <a:solidFill>
                  <a:srgbClr val="2A2733"/>
                </a:solidFill>
              </a:rPr>
              <a:t>@l_tyrosine</a:t>
            </a:r>
          </a:p>
          <a:p>
            <a:pPr>
              <a:buNone/>
            </a:pPr>
            <a:r>
              <a:rPr sz="1100">
                <a:solidFill>
                  <a:srgbClr val="2A2733"/>
                </a:solidFill>
              </a:rPr>
              <a:t>Методики и статусы</a:t>
            </a:r>
          </a:p>
        </p:txBody>
      </p:sp>
      <p:sp>
        <p:nvSpPr>
          <p:cNvPr id="15" name="Текст 8">
            <a:extLst>
              <a:ext uri="{FF2B5EF4-FFF2-40B4-BE49-F238E27FC236}">
                <a16:creationId xmlns:a16="http://schemas.microsoft.com/office/drawing/2014/main" id="{34A1767C-75B2-E3D4-5057-DD85E6AB1440}"/>
              </a:ext>
            </a:extLst>
          </p:cNvPr>
          <p:cNvSpPr txBox="1">
            <a:spLocks/>
          </p:cNvSpPr>
          <p:nvPr/>
        </p:nvSpPr>
        <p:spPr>
          <a:xfrm>
            <a:off x="2478024" y="3588550"/>
            <a:ext cx="1719072" cy="630936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144688" indent="-144688" algn="l" defTabSz="578755" rtl="0" eaLnBrk="1" latinLnBrk="0" hangingPunct="1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 pitchFamily="2" charset="2"/>
              <a:buChar char="§"/>
              <a:defRPr sz="1400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067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271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44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9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200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576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95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334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71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sz="1500" b="1">
                <a:solidFill>
                  <a:srgbClr val="2A2733"/>
                </a:solidFill>
              </a:rPr>
              <a:t>Тимофей Розов</a:t>
            </a:r>
          </a:p>
        </p:txBody>
      </p:sp>
      <p:pic>
        <p:nvPicPr>
          <p:cNvPr id="62" name="Picture 61" descr="portrait_timofey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486244" y="1686598"/>
            <a:ext cx="1828800" cy="1828800"/>
          </a:xfrm>
          <a:prstGeom prst="rect">
            <a:avLst/>
          </a:prstGeom>
        </p:spPr>
      </p:pic>
      <p:pic>
        <p:nvPicPr>
          <p:cNvPr id="63" name="Picture 62" descr="portrait_danila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183724" y="1686598"/>
            <a:ext cx="1828800" cy="1828800"/>
          </a:xfrm>
          <a:prstGeom prst="rect">
            <a:avLst/>
          </a:prstGeom>
        </p:spPr>
      </p:pic>
      <p:pic>
        <p:nvPicPr>
          <p:cNvPr id="64" name="Picture 63" descr="portrait_nikita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881204" y="1686598"/>
            <a:ext cx="1828800" cy="1828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2214703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112D283-FCC2-40D9-9CEA-EF1BD3595E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Скругленный прямоугольник 1">
            <a:extLst>
              <a:ext uri="{FF2B5EF4-FFF2-40B4-BE49-F238E27FC236}">
                <a16:creationId xmlns:a16="http://schemas.microsoft.com/office/drawing/2014/main" id="{9376089D-9A77-730A-ADAF-A685C17F1AED}"/>
              </a:ext>
            </a:extLst>
          </p:cNvPr>
          <p:cNvSpPr/>
          <p:nvPr/>
        </p:nvSpPr>
        <p:spPr>
          <a:xfrm>
            <a:off x="346075" y="324562"/>
            <a:ext cx="4389120" cy="658368"/>
          </a:xfrm>
          <a:prstGeom prst="roundRect">
            <a:avLst>
              <a:gd name="adj" fmla="val 18706"/>
            </a:avLst>
          </a:prstGeom>
          <a:solidFill>
            <a:schemeClr val="accent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endParaRPr lang="ru-RU" b="1" dirty="0">
              <a:solidFill>
                <a:schemeClr val="accent2"/>
              </a:solidFill>
            </a:endParaRPr>
          </a:p>
        </p:txBody>
      </p:sp>
      <p:sp>
        <p:nvSpPr>
          <p:cNvPr id="18" name="Номер слайда 17">
            <a:extLst>
              <a:ext uri="{FF2B5EF4-FFF2-40B4-BE49-F238E27FC236}">
                <a16:creationId xmlns:a16="http://schemas.microsoft.com/office/drawing/2014/main" id="{74006CB4-BD4D-EF41-3DCA-EDB126B8489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r>
              <a:rPr sz="1200" b="1">
                <a:solidFill>
                  <a:srgbClr val="FFFFFF"/>
                </a:solidFill>
              </a:rPr>
              <a:t>4</a:t>
            </a:r>
            <a:endParaRPr lang="ru-RU" dirty="0">
              <a:solidFill>
                <a:schemeClr val="accent5"/>
              </a:solidFill>
            </a:endParaRPr>
          </a:p>
        </p:txBody>
      </p:sp>
      <p:sp>
        <p:nvSpPr>
          <p:cNvPr id="7" name="Заголовок 6">
            <a:extLst>
              <a:ext uri="{FF2B5EF4-FFF2-40B4-BE49-F238E27FC236}">
                <a16:creationId xmlns:a16="http://schemas.microsoft.com/office/drawing/2014/main" id="{9F7DE1A9-1AD8-0498-5446-8F5D409119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7849" y="438912"/>
            <a:ext cx="9862734" cy="420624"/>
          </a:xfrm>
        </p:spPr>
        <p:txBody>
          <a:bodyPr/>
          <a:lstStyle/>
          <a:p>
            <a:pPr>
              <a:buNone/>
            </a:pPr>
            <a:r>
              <a:rPr sz="2000" b="1">
                <a:solidFill>
                  <a:srgbClr val="FFFFFF"/>
                </a:solidFill>
              </a:rPr>
              <a:t>КОМАНДА «НТ АЛЬЯНС»</a:t>
            </a:r>
            <a:endParaRPr lang="ru-RU" dirty="0">
              <a:latin typeface="+mn-lt"/>
            </a:endParaRPr>
          </a:p>
        </p:txBody>
      </p:sp>
      <p:sp>
        <p:nvSpPr>
          <p:cNvPr id="37" name="Текст 8">
            <a:extLst>
              <a:ext uri="{FF2B5EF4-FFF2-40B4-BE49-F238E27FC236}">
                <a16:creationId xmlns:a16="http://schemas.microsoft.com/office/drawing/2014/main" id="{C7B87D78-5037-F48A-F05C-8E80D4A5A4D0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530352" y="1627632"/>
            <a:ext cx="6949440" cy="1197863"/>
          </a:xfrm>
        </p:spPr>
        <p:txBody>
          <a:bodyPr>
            <a:normAutofit/>
          </a:bodyPr>
          <a:lstStyle/>
          <a:p>
            <a:pPr marL="0" indent="0">
              <a:lnSpc>
                <a:spcPct val="100000"/>
              </a:lnSpc>
              <a:buNone/>
            </a:pPr>
            <a:r>
              <a:rPr sz="1300">
                <a:solidFill>
                  <a:srgbClr val="2A2733"/>
                </a:solidFill>
              </a:rPr>
              <a:t>«Нанотехнологический альянс» собрался под ФСП ЛЦТ 2026: один — сервер и стенд, второй — UI кабинетов, третий — тест и подбор. Роли не смешиваем — так быстрее доводим сквозной путь до живого стенда. Три человека — три зоны ответственности, без «все делают всё».</a:t>
            </a:r>
          </a:p>
        </p:txBody>
      </p:sp>
      <p:sp>
        <p:nvSpPr>
          <p:cNvPr id="38" name="Текст 8">
            <a:extLst>
              <a:ext uri="{FF2B5EF4-FFF2-40B4-BE49-F238E27FC236}">
                <a16:creationId xmlns:a16="http://schemas.microsoft.com/office/drawing/2014/main" id="{BAD76A99-219B-023F-35AA-74EDFF6A51FC}"/>
              </a:ext>
            </a:extLst>
          </p:cNvPr>
          <p:cNvSpPr txBox="1">
            <a:spLocks/>
          </p:cNvSpPr>
          <p:nvPr/>
        </p:nvSpPr>
        <p:spPr>
          <a:xfrm>
            <a:off x="530352" y="1280160"/>
            <a:ext cx="5029200" cy="356616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144688" indent="-144688" algn="l" defTabSz="578755" rtl="0" eaLnBrk="1" latinLnBrk="0" hangingPunct="1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 pitchFamily="2" charset="2"/>
              <a:buChar char="§"/>
              <a:defRPr sz="1400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067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271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44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9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200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576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95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334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71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buNone/>
            </a:pPr>
            <a:r>
              <a:rPr sz="1600" b="1">
                <a:solidFill>
                  <a:srgbClr val="6B2D8B"/>
                </a:solidFill>
              </a:rPr>
              <a:t>Краткая история команды:</a:t>
            </a:r>
          </a:p>
        </p:txBody>
      </p:sp>
      <p:sp>
        <p:nvSpPr>
          <p:cNvPr id="40" name="Текст 8">
            <a:extLst>
              <a:ext uri="{FF2B5EF4-FFF2-40B4-BE49-F238E27FC236}">
                <a16:creationId xmlns:a16="http://schemas.microsoft.com/office/drawing/2014/main" id="{A812662F-49C9-0A37-1671-EE5E187C65D2}"/>
              </a:ext>
            </a:extLst>
          </p:cNvPr>
          <p:cNvSpPr txBox="1">
            <a:spLocks/>
          </p:cNvSpPr>
          <p:nvPr/>
        </p:nvSpPr>
        <p:spPr>
          <a:xfrm>
            <a:off x="530352" y="5276088"/>
            <a:ext cx="7498079" cy="914399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Autofit/>
          </a:bodyPr>
          <a:lstStyle>
            <a:lvl1pPr marL="144688" indent="-144688" algn="l" defTabSz="578755" rtl="0" eaLnBrk="1" latinLnBrk="0" hangingPunct="1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 pitchFamily="2" charset="2"/>
              <a:buChar char="§"/>
              <a:defRPr sz="1400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067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271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44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9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200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576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95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334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71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buNone/>
            </a:pPr>
            <a:r>
              <a:rPr sz="1300">
                <a:solidFill>
                  <a:srgbClr val="2A2733"/>
                </a:solidFill>
              </a:rPr>
              <a:t>Главный вызов — честно жить в титуле «агрегатор», когда продукт — обратный найм.</a:t>
            </a:r>
            <a:endParaRPr lang="en-US" dirty="0">
              <a:solidFill>
                <a:schemeClr val="tx1"/>
              </a:solidFill>
            </a:endParaRPr>
          </a:p>
          <a:p>
            <a:pPr>
              <a:buNone/>
            </a:pPr>
            <a:r>
              <a:rPr sz="1300">
                <a:solidFill>
                  <a:srgbClr val="2A2733"/>
                </a:solidFill>
              </a:rPr>
              <a:t>Второй — демо без боевого ФСП и почты: путь жив, «не проверено» ≠ полный матч, мок ФСП озвучен как граница MVP. Не маскируем дыру под «полный контур».</a:t>
            </a:r>
          </a:p>
        </p:txBody>
      </p:sp>
      <p:sp>
        <p:nvSpPr>
          <p:cNvPr id="41" name="Текст 8">
            <a:extLst>
              <a:ext uri="{FF2B5EF4-FFF2-40B4-BE49-F238E27FC236}">
                <a16:creationId xmlns:a16="http://schemas.microsoft.com/office/drawing/2014/main" id="{1AF2119E-43D8-37AF-C511-A59B0DD883B0}"/>
              </a:ext>
            </a:extLst>
          </p:cNvPr>
          <p:cNvSpPr txBox="1">
            <a:spLocks/>
          </p:cNvSpPr>
          <p:nvPr/>
        </p:nvSpPr>
        <p:spPr>
          <a:xfrm>
            <a:off x="530352" y="4572000"/>
            <a:ext cx="6437376" cy="630936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144688" indent="-144688" algn="l" defTabSz="578755" rtl="0" eaLnBrk="1" latinLnBrk="0" hangingPunct="1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 pitchFamily="2" charset="2"/>
              <a:buChar char="§"/>
              <a:defRPr sz="1400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067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271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44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9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200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576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95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334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71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10000"/>
              </a:lnSpc>
              <a:buNone/>
            </a:pPr>
            <a:r>
              <a:rPr sz="1600" b="1">
                <a:solidFill>
                  <a:srgbClr val="6B2D8B"/>
                </a:solidFill>
              </a:rPr>
              <a:t>С какими основными сложностями или вызовами</a:t>
            </a:r>
          </a:p>
          <a:p>
            <a:pPr>
              <a:buNone/>
            </a:pPr>
            <a:r>
              <a:rPr sz="1600" b="1">
                <a:solidFill>
                  <a:srgbClr val="6B2D8B"/>
                </a:solidFill>
              </a:rPr>
              <a:t>вы столкнулись и как их преодолели?</a:t>
            </a:r>
          </a:p>
        </p:txBody>
      </p:sp>
      <p:sp>
        <p:nvSpPr>
          <p:cNvPr id="43" name="Текст 8">
            <a:extLst>
              <a:ext uri="{FF2B5EF4-FFF2-40B4-BE49-F238E27FC236}">
                <a16:creationId xmlns:a16="http://schemas.microsoft.com/office/drawing/2014/main" id="{819ADE62-86A0-41CF-FEBE-6AC207E6AB95}"/>
              </a:ext>
            </a:extLst>
          </p:cNvPr>
          <p:cNvSpPr txBox="1">
            <a:spLocks/>
          </p:cNvSpPr>
          <p:nvPr/>
        </p:nvSpPr>
        <p:spPr>
          <a:xfrm>
            <a:off x="530352" y="3520440"/>
            <a:ext cx="6949440" cy="978407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144688" indent="-144688" algn="l" defTabSz="578755" rtl="0" eaLnBrk="1" latinLnBrk="0" hangingPunct="1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 pitchFamily="2" charset="2"/>
              <a:buChar char="§"/>
              <a:defRPr sz="1400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067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271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44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9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200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576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95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334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71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buNone/>
            </a:pPr>
            <a:r>
              <a:rPr sz="1300">
                <a:solidFill>
                  <a:srgbClr val="2A2733"/>
                </a:solidFill>
              </a:rPr>
              <a:t>Нужно связать доказанный навык, честный грейд и согласие на контакт в один путь. Ошибку «почти» глазами не увидеть — её показывает статус. Сначала навыки и вилка ₽, потом переписка. Выбрали задачу, где честность статуса важнее «красивой витрины».</a:t>
            </a:r>
          </a:p>
        </p:txBody>
      </p:sp>
      <p:sp>
        <p:nvSpPr>
          <p:cNvPr id="44" name="Текст 8">
            <a:extLst>
              <a:ext uri="{FF2B5EF4-FFF2-40B4-BE49-F238E27FC236}">
                <a16:creationId xmlns:a16="http://schemas.microsoft.com/office/drawing/2014/main" id="{A0EBDB05-E223-F4C0-4AF4-743B80D718E1}"/>
              </a:ext>
            </a:extLst>
          </p:cNvPr>
          <p:cNvSpPr txBox="1">
            <a:spLocks/>
          </p:cNvSpPr>
          <p:nvPr/>
        </p:nvSpPr>
        <p:spPr>
          <a:xfrm>
            <a:off x="530352" y="2898648"/>
            <a:ext cx="5632704" cy="530352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144688" indent="-144688" algn="l" defTabSz="578755" rtl="0" eaLnBrk="1" latinLnBrk="0" hangingPunct="1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 pitchFamily="2" charset="2"/>
              <a:buChar char="§"/>
              <a:defRPr sz="1400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067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271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44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9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200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576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95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334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71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buNone/>
            </a:pPr>
            <a:r>
              <a:rPr sz="1600" b="1">
                <a:solidFill>
                  <a:srgbClr val="6B2D8B"/>
                </a:solidFill>
              </a:rPr>
              <a:t>Почему вы выбрали именно эту задачу</a:t>
            </a:r>
          </a:p>
          <a:p>
            <a:pPr>
              <a:buNone/>
            </a:pPr>
            <a:r>
              <a:rPr sz="1600" b="1">
                <a:solidFill>
                  <a:srgbClr val="6B2D8B"/>
                </a:solidFill>
              </a:rPr>
              <a:t>из предложенных на хакатоне?</a:t>
            </a:r>
          </a:p>
        </p:txBody>
      </p:sp>
      <p:cxnSp>
        <p:nvCxnSpPr>
          <p:cNvPr id="5" name="Прямая соединительная линия 4">
            <a:extLst>
              <a:ext uri="{FF2B5EF4-FFF2-40B4-BE49-F238E27FC236}">
                <a16:creationId xmlns:a16="http://schemas.microsoft.com/office/drawing/2014/main" id="{8462540F-CBE5-F86F-AD60-3D1A03F73EED}"/>
              </a:ext>
            </a:extLst>
          </p:cNvPr>
          <p:cNvCxnSpPr>
            <a:cxnSpLocks/>
          </p:cNvCxnSpPr>
          <p:nvPr/>
        </p:nvCxnSpPr>
        <p:spPr>
          <a:xfrm>
            <a:off x="623888" y="2745691"/>
            <a:ext cx="11233150" cy="0"/>
          </a:xfrm>
          <a:prstGeom prst="line">
            <a:avLst/>
          </a:prstGeom>
          <a:ln>
            <a:solidFill>
              <a:schemeClr val="accent1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Прямая соединительная линия 5">
            <a:extLst>
              <a:ext uri="{FF2B5EF4-FFF2-40B4-BE49-F238E27FC236}">
                <a16:creationId xmlns:a16="http://schemas.microsoft.com/office/drawing/2014/main" id="{43B6B201-8F98-911C-C812-B6DD350A7909}"/>
              </a:ext>
            </a:extLst>
          </p:cNvPr>
          <p:cNvCxnSpPr>
            <a:cxnSpLocks/>
          </p:cNvCxnSpPr>
          <p:nvPr/>
        </p:nvCxnSpPr>
        <p:spPr>
          <a:xfrm>
            <a:off x="623888" y="4407066"/>
            <a:ext cx="11233150" cy="0"/>
          </a:xfrm>
          <a:prstGeom prst="line">
            <a:avLst/>
          </a:prstGeom>
          <a:ln>
            <a:solidFill>
              <a:schemeClr val="accent1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8" name="Прямая соединительная линия 7">
            <a:extLst>
              <a:ext uri="{FF2B5EF4-FFF2-40B4-BE49-F238E27FC236}">
                <a16:creationId xmlns:a16="http://schemas.microsoft.com/office/drawing/2014/main" id="{935A7CAA-85B0-3D33-9D92-74AF00456FDE}"/>
              </a:ext>
            </a:extLst>
          </p:cNvPr>
          <p:cNvCxnSpPr>
            <a:cxnSpLocks/>
          </p:cNvCxnSpPr>
          <p:nvPr/>
        </p:nvCxnSpPr>
        <p:spPr>
          <a:xfrm>
            <a:off x="623888" y="1110074"/>
            <a:ext cx="11233150" cy="0"/>
          </a:xfrm>
          <a:prstGeom prst="line">
            <a:avLst/>
          </a:prstGeom>
          <a:ln>
            <a:solidFill>
              <a:schemeClr val="accent1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9" name="Текст 8">
            <a:extLst>
              <a:ext uri="{FF2B5EF4-FFF2-40B4-BE49-F238E27FC236}">
                <a16:creationId xmlns:a16="http://schemas.microsoft.com/office/drawing/2014/main" id="{DE3DBF43-8386-18C6-2DBB-93FBC617A211}"/>
              </a:ext>
            </a:extLst>
          </p:cNvPr>
          <p:cNvSpPr txBox="1">
            <a:spLocks/>
          </p:cNvSpPr>
          <p:nvPr/>
        </p:nvSpPr>
        <p:spPr>
          <a:xfrm>
            <a:off x="11015788" y="1279645"/>
            <a:ext cx="956838" cy="353935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144688" indent="-144688" algn="l" defTabSz="578755" rtl="0" eaLnBrk="1" latinLnBrk="0" hangingPunct="1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 pitchFamily="2" charset="2"/>
              <a:buChar char="§"/>
              <a:defRPr sz="1400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067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271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44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9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200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576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95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334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71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>
              <a:buNone/>
            </a:pPr>
            <a:r>
              <a:rPr lang="ru-RU" b="1" dirty="0">
                <a:solidFill>
                  <a:schemeClr val="accent5"/>
                </a:solidFill>
              </a:rPr>
              <a:t>01</a:t>
            </a:r>
          </a:p>
        </p:txBody>
      </p:sp>
      <p:sp>
        <p:nvSpPr>
          <p:cNvPr id="11" name="Текст 8">
            <a:extLst>
              <a:ext uri="{FF2B5EF4-FFF2-40B4-BE49-F238E27FC236}">
                <a16:creationId xmlns:a16="http://schemas.microsoft.com/office/drawing/2014/main" id="{1C998835-697E-638C-C9A8-992A3CFE1585}"/>
              </a:ext>
            </a:extLst>
          </p:cNvPr>
          <p:cNvSpPr txBox="1">
            <a:spLocks/>
          </p:cNvSpPr>
          <p:nvPr/>
        </p:nvSpPr>
        <p:spPr>
          <a:xfrm>
            <a:off x="11015788" y="2900091"/>
            <a:ext cx="930595" cy="528909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144688" indent="-144688" algn="l" defTabSz="578755" rtl="0" eaLnBrk="1" latinLnBrk="0" hangingPunct="1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 pitchFamily="2" charset="2"/>
              <a:buChar char="§"/>
              <a:defRPr sz="1400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067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271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44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9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200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576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95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334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71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>
              <a:lnSpc>
                <a:spcPct val="100000"/>
              </a:lnSpc>
              <a:buNone/>
            </a:pPr>
            <a:r>
              <a:rPr lang="ru-RU" b="1" dirty="0">
                <a:solidFill>
                  <a:schemeClr val="accent5"/>
                </a:solidFill>
              </a:rPr>
              <a:t>02</a:t>
            </a:r>
          </a:p>
        </p:txBody>
      </p:sp>
      <p:sp>
        <p:nvSpPr>
          <p:cNvPr id="12" name="Текст 8">
            <a:extLst>
              <a:ext uri="{FF2B5EF4-FFF2-40B4-BE49-F238E27FC236}">
                <a16:creationId xmlns:a16="http://schemas.microsoft.com/office/drawing/2014/main" id="{63CDAC47-57C1-8743-C534-E78438BFEAB6}"/>
              </a:ext>
            </a:extLst>
          </p:cNvPr>
          <p:cNvSpPr txBox="1">
            <a:spLocks/>
          </p:cNvSpPr>
          <p:nvPr/>
        </p:nvSpPr>
        <p:spPr>
          <a:xfrm>
            <a:off x="11015788" y="4571473"/>
            <a:ext cx="930596" cy="567782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144688" indent="-144688" algn="l" defTabSz="578755" rtl="0" eaLnBrk="1" latinLnBrk="0" hangingPunct="1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 pitchFamily="2" charset="2"/>
              <a:buChar char="§"/>
              <a:defRPr sz="1400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067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271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44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9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200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576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95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334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71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>
              <a:lnSpc>
                <a:spcPct val="100000"/>
              </a:lnSpc>
              <a:buNone/>
            </a:pPr>
            <a:r>
              <a:rPr lang="ru-RU" b="1" dirty="0">
                <a:solidFill>
                  <a:schemeClr val="accent5"/>
                </a:solidFill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203551114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AD51DE2-6F1E-2FB8-52A8-A597ED4D8F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Скругленный прямоугольник 9">
            <a:extLst>
              <a:ext uri="{FF2B5EF4-FFF2-40B4-BE49-F238E27FC236}">
                <a16:creationId xmlns:a16="http://schemas.microsoft.com/office/drawing/2014/main" id="{99639827-4B20-41B4-B9A5-E5F859569F5A}"/>
              </a:ext>
            </a:extLst>
          </p:cNvPr>
          <p:cNvSpPr/>
          <p:nvPr/>
        </p:nvSpPr>
        <p:spPr>
          <a:xfrm>
            <a:off x="346075" y="324562"/>
            <a:ext cx="3750912" cy="620919"/>
          </a:xfrm>
          <a:prstGeom prst="roundRect">
            <a:avLst>
              <a:gd name="adj" fmla="val 18706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endParaRPr lang="ru-RU" b="1" dirty="0">
              <a:solidFill>
                <a:schemeClr val="accent2"/>
              </a:solidFill>
            </a:endParaRPr>
          </a:p>
        </p:txBody>
      </p:sp>
      <p:sp>
        <p:nvSpPr>
          <p:cNvPr id="24" name="Скругленный прямоугольник 23">
            <a:extLst>
              <a:ext uri="{FF2B5EF4-FFF2-40B4-BE49-F238E27FC236}">
                <a16:creationId xmlns:a16="http://schemas.microsoft.com/office/drawing/2014/main" id="{D6D9A41E-4495-E50B-97DA-5E654B99A15A}"/>
              </a:ext>
            </a:extLst>
          </p:cNvPr>
          <p:cNvSpPr/>
          <p:nvPr/>
        </p:nvSpPr>
        <p:spPr>
          <a:xfrm>
            <a:off x="6230774" y="1211284"/>
            <a:ext cx="5440313" cy="3744764"/>
          </a:xfrm>
          <a:prstGeom prst="roundRect">
            <a:avLst>
              <a:gd name="adj" fmla="val 3865"/>
            </a:avLst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t"/>
          <a:lstStyle/>
          <a:p>
            <a:pPr algn="ctr"/>
            <a:endParaRPr lang="ru-RU" b="1" dirty="0">
              <a:solidFill>
                <a:schemeClr val="accent2"/>
              </a:solidFill>
            </a:endParaRPr>
          </a:p>
        </p:txBody>
      </p:sp>
      <p:sp>
        <p:nvSpPr>
          <p:cNvPr id="27" name="Скругленный прямоугольник 26">
            <a:extLst>
              <a:ext uri="{FF2B5EF4-FFF2-40B4-BE49-F238E27FC236}">
                <a16:creationId xmlns:a16="http://schemas.microsoft.com/office/drawing/2014/main" id="{4205FFC6-B5B1-7076-639B-E4DAFE652AFA}"/>
              </a:ext>
            </a:extLst>
          </p:cNvPr>
          <p:cNvSpPr/>
          <p:nvPr/>
        </p:nvSpPr>
        <p:spPr>
          <a:xfrm>
            <a:off x="346076" y="1211284"/>
            <a:ext cx="5440313" cy="3744764"/>
          </a:xfrm>
          <a:prstGeom prst="roundRect">
            <a:avLst>
              <a:gd name="adj" fmla="val 3407"/>
            </a:avLst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t"/>
          <a:lstStyle/>
          <a:p>
            <a:pPr algn="ctr"/>
            <a:endParaRPr lang="ru-RU" b="1" dirty="0">
              <a:solidFill>
                <a:schemeClr val="accent2"/>
              </a:solidFill>
            </a:endParaRPr>
          </a:p>
        </p:txBody>
      </p:sp>
      <p:sp>
        <p:nvSpPr>
          <p:cNvPr id="21" name="Номер слайда 20">
            <a:extLst>
              <a:ext uri="{FF2B5EF4-FFF2-40B4-BE49-F238E27FC236}">
                <a16:creationId xmlns:a16="http://schemas.microsoft.com/office/drawing/2014/main" id="{889AB292-D098-2ABD-0429-89B4EFAD43B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r>
              <a:rPr sz="1200" b="1">
                <a:solidFill>
                  <a:srgbClr val="FFFFFF"/>
                </a:solidFill>
              </a:rPr>
              <a:t>5</a:t>
            </a:r>
            <a:endParaRPr lang="ru-RU" dirty="0">
              <a:solidFill>
                <a:schemeClr val="bg1"/>
              </a:solidFill>
            </a:endParaRP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B2BA7842-46FE-F786-9D85-92BBE62C549A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585216" y="1920240"/>
            <a:ext cx="4928616" cy="2834640"/>
          </a:xfrm>
        </p:spPr>
        <p:txBody>
          <a:bodyPr>
            <a:normAutofit/>
          </a:bodyPr>
          <a:lstStyle/>
          <a:p>
            <a:pPr>
              <a:spcAft>
                <a:spcPts val="755"/>
              </a:spcAft>
              <a:buNone/>
            </a:pPr>
            <a:r>
              <a:rPr sz="1300" b="1">
                <a:solidFill>
                  <a:srgbClr val="2A2733"/>
                </a:solidFill>
              </a:rPr>
              <a:t>Стек. </a:t>
            </a:r>
            <a:r>
              <a:rPr sz="1300" b="0">
                <a:solidFill>
                  <a:srgbClr val="2A2733"/>
                </a:solidFill>
              </a:rPr>
              <a:t>React + FastAPI + PostgreSQL — кабинет HR и кандидата на одном стенде.</a:t>
            </a:r>
          </a:p>
          <a:p>
            <a:pPr>
              <a:spcAft>
                <a:spcPts val="755"/>
              </a:spcAft>
              <a:buNone/>
            </a:pPr>
            <a:r>
              <a:rPr sz="1300" b="1">
                <a:solidFill>
                  <a:srgbClr val="2A2733"/>
                </a:solidFill>
              </a:rPr>
              <a:t>Грейд. </a:t>
            </a:r>
            <a:r>
              <a:rPr sz="1300" b="0">
                <a:solidFill>
                  <a:srgbClr val="2A2733"/>
                </a:solidFill>
              </a:rPr>
              <a:t>Считается на сервере из теста, не из резюме; UI только показывает факт.</a:t>
            </a:r>
          </a:p>
          <a:p>
            <a:pPr>
              <a:spcAft>
                <a:spcPts val="755"/>
              </a:spcAft>
              <a:buNone/>
            </a:pPr>
            <a:r>
              <a:rPr sz="1300" b="1">
                <a:solidFill>
                  <a:srgbClr val="2A2733"/>
                </a:solidFill>
              </a:rPr>
              <a:t>Подбор. </a:t>
            </a:r>
            <a:r>
              <a:rPr sz="1300" b="0">
                <a:solidFill>
                  <a:srgbClr val="2A2733"/>
                </a:solidFill>
              </a:rPr>
              <a:t>Статусы: подтверждено / нет / не проверено — без подмены «почти».</a:t>
            </a:r>
          </a:p>
          <a:p>
            <a:pPr>
              <a:spcAft>
                <a:spcPts val="755"/>
              </a:spcAft>
              <a:buNone/>
            </a:pPr>
            <a:r>
              <a:rPr sz="1300" b="1">
                <a:solidFill>
                  <a:srgbClr val="2A2733"/>
                </a:solidFill>
              </a:rPr>
              <a:t>Приглашение. </a:t>
            </a:r>
            <a:r>
              <a:rPr sz="1300" b="0">
                <a:solidFill>
                  <a:srgbClr val="2A2733"/>
                </a:solidFill>
              </a:rPr>
              <a:t>Вилка ₽ в тексте; контакты только после принятия этой компанией.</a:t>
            </a:r>
          </a:p>
          <a:p>
            <a:pPr>
              <a:spcAft>
                <a:spcPts val="755"/>
              </a:spcAft>
              <a:buNone/>
            </a:pPr>
            <a:r>
              <a:rPr sz="1300" b="1">
                <a:solidFill>
                  <a:srgbClr val="2A2733"/>
                </a:solidFill>
              </a:rPr>
              <a:t>Проверено. </a:t>
            </a:r>
            <a:r>
              <a:rPr sz="1300" b="0">
                <a:solidFill>
                  <a:srgbClr val="2A2733"/>
                </a:solidFill>
              </a:rPr>
              <a:t>Живой стенд: поиск → приглашение → согласие → контакты у своего HR.</a:t>
            </a:r>
          </a:p>
          <a:p>
            <a:pPr>
              <a:spcAft>
                <a:spcPts val="0"/>
              </a:spcAft>
              <a:buNone/>
            </a:pPr>
            <a:r>
              <a:rPr sz="1300" b="1">
                <a:solidFill>
                  <a:srgbClr val="2A2733"/>
                </a:solidFill>
              </a:rPr>
              <a:t>Стенд. </a:t>
            </a:r>
            <a:r>
              <a:rPr sz="1300" b="0">
                <a:solidFill>
                  <a:srgbClr val="2A2733"/>
                </a:solidFill>
              </a:rPr>
              <a:t>https://85-137-26-131.sslip.io</a:t>
            </a:r>
          </a:p>
        </p:txBody>
      </p:sp>
      <p:sp>
        <p:nvSpPr>
          <p:cNvPr id="7" name="Текст 6">
            <a:extLst>
              <a:ext uri="{FF2B5EF4-FFF2-40B4-BE49-F238E27FC236}">
                <a16:creationId xmlns:a16="http://schemas.microsoft.com/office/drawing/2014/main" id="{FADF42A3-53F4-C8E0-2D79-332DAAEB9A8A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>
          <a:xfrm>
            <a:off x="6510528" y="1920240"/>
            <a:ext cx="4956048" cy="2834640"/>
          </a:xfrm>
        </p:spPr>
        <p:txBody>
          <a:bodyPr>
            <a:normAutofit/>
          </a:bodyPr>
          <a:lstStyle/>
          <a:p>
            <a:pPr>
              <a:spcAft>
                <a:spcPts val="1350"/>
              </a:spcAft>
              <a:buNone/>
            </a:pPr>
            <a:r>
              <a:rPr sz="1300" b="1">
                <a:solidFill>
                  <a:srgbClr val="2A2733"/>
                </a:solidFill>
              </a:rPr>
              <a:t>Путь. </a:t>
            </a:r>
            <a:r>
              <a:rPr sz="1300" b="0">
                <a:solidFill>
                  <a:srgbClr val="2A2733"/>
                </a:solidFill>
              </a:rPr>
              <a:t>Тест → доказательства → предложение с вилкой → контакты после согласия.</a:t>
            </a:r>
          </a:p>
          <a:p>
            <a:pPr>
              <a:spcAft>
                <a:spcPts val="1350"/>
              </a:spcAft>
              <a:buNone/>
            </a:pPr>
            <a:r>
              <a:rPr sz="1300" b="1">
                <a:solidFill>
                  <a:srgbClr val="2A2733"/>
                </a:solidFill>
              </a:rPr>
              <a:t>Контроль. </a:t>
            </a:r>
            <a:r>
              <a:rPr sz="1300" b="0">
                <a:solidFill>
                  <a:srgbClr val="2A2733"/>
                </a:solidFill>
              </a:rPr>
              <a:t>Контакты открыты только пригласившей компании, не всему рынку.</a:t>
            </a:r>
          </a:p>
          <a:p>
            <a:pPr>
              <a:spcAft>
                <a:spcPts val="1350"/>
              </a:spcAft>
              <a:buNone/>
            </a:pPr>
            <a:r>
              <a:rPr sz="1300" b="1">
                <a:solidFill>
                  <a:srgbClr val="2A2733"/>
                </a:solidFill>
              </a:rPr>
              <a:t>Честность. </a:t>
            </a:r>
            <a:r>
              <a:rPr sz="1300" b="0">
                <a:solidFill>
                  <a:srgbClr val="2A2733"/>
                </a:solidFill>
              </a:rPr>
              <a:t>Без ФСП путь жив; ФСП ≠ грейд; «не проверено» ≠ полный матч.</a:t>
            </a:r>
          </a:p>
          <a:p>
            <a:pPr>
              <a:spcAft>
                <a:spcPts val="1350"/>
              </a:spcAft>
              <a:buNone/>
            </a:pPr>
            <a:r>
              <a:rPr sz="1300" b="1">
                <a:solidFill>
                  <a:srgbClr val="2A2733"/>
                </a:solidFill>
              </a:rPr>
              <a:t>Выгода заказчику. </a:t>
            </a:r>
            <a:r>
              <a:rPr sz="1300" b="0">
                <a:solidFill>
                  <a:srgbClr val="2A2733"/>
                </a:solidFill>
              </a:rPr>
              <a:t>Меньше ложных матчей и переписок «вслепую»; вилка ₽ сразу в тексте.</a:t>
            </a:r>
          </a:p>
          <a:p>
            <a:pPr>
              <a:spcAft>
                <a:spcPts val="0"/>
              </a:spcAft>
              <a:buNone/>
            </a:pPr>
            <a:r>
              <a:rPr sz="1300" b="1">
                <a:solidFill>
                  <a:srgbClr val="2A2733"/>
                </a:solidFill>
              </a:rPr>
              <a:t>Дальше. </a:t>
            </a:r>
            <a:r>
              <a:rPr sz="1300" b="0">
                <a:solidFill>
                  <a:srgbClr val="2A2733"/>
                </a:solidFill>
              </a:rPr>
              <a:t>Боевой ФСП, почта, проверка на реальных работодателях и кандидатах.</a:t>
            </a:r>
          </a:p>
        </p:txBody>
      </p:sp>
      <p:sp>
        <p:nvSpPr>
          <p:cNvPr id="14" name="Заголовок 13">
            <a:extLst>
              <a:ext uri="{FF2B5EF4-FFF2-40B4-BE49-F238E27FC236}">
                <a16:creationId xmlns:a16="http://schemas.microsoft.com/office/drawing/2014/main" id="{9ADE5A7A-262A-121D-63C7-92347C3B48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5817" y="456851"/>
            <a:ext cx="9862734" cy="376138"/>
          </a:xfrm>
        </p:spPr>
        <p:txBody>
          <a:bodyPr/>
          <a:lstStyle/>
          <a:p>
            <a:r>
              <a:rPr lang="ru-RU" dirty="0"/>
              <a:t>КОРОТКО О РЕШЕНИИ</a:t>
            </a:r>
          </a:p>
        </p:txBody>
      </p:sp>
      <p:sp>
        <p:nvSpPr>
          <p:cNvPr id="15" name="Текст 14">
            <a:extLst>
              <a:ext uri="{FF2B5EF4-FFF2-40B4-BE49-F238E27FC236}">
                <a16:creationId xmlns:a16="http://schemas.microsoft.com/office/drawing/2014/main" id="{26BEC078-5087-6080-D7D6-F5A0B438BDE2}"/>
              </a:ext>
            </a:extLst>
          </p:cNvPr>
          <p:cNvSpPr>
            <a:spLocks noGrp="1"/>
          </p:cNvSpPr>
          <p:nvPr>
            <p:ph type="body" sz="quarter" idx="49"/>
          </p:nvPr>
        </p:nvSpPr>
        <p:spPr>
          <a:xfrm>
            <a:off x="578063" y="1476583"/>
            <a:ext cx="4929861" cy="555147"/>
          </a:xfrm>
        </p:spPr>
        <p:txBody>
          <a:bodyPr/>
          <a:lstStyle/>
          <a:p>
            <a:pPr>
              <a:lnSpc>
                <a:spcPct val="100000"/>
              </a:lnSpc>
              <a:buNone/>
            </a:pPr>
            <a:r>
              <a:rPr sz="2000" b="1">
                <a:solidFill>
                  <a:srgbClr val="6B2D8B"/>
                </a:solidFill>
              </a:rPr>
              <a:t>Техническая суть решения</a:t>
            </a:r>
          </a:p>
        </p:txBody>
      </p:sp>
      <p:sp>
        <p:nvSpPr>
          <p:cNvPr id="17" name="Текст 16">
            <a:extLst>
              <a:ext uri="{FF2B5EF4-FFF2-40B4-BE49-F238E27FC236}">
                <a16:creationId xmlns:a16="http://schemas.microsoft.com/office/drawing/2014/main" id="{2859F02A-65ED-43C1-C072-8FCD6772DA35}"/>
              </a:ext>
            </a:extLst>
          </p:cNvPr>
          <p:cNvSpPr>
            <a:spLocks noGrp="1"/>
          </p:cNvSpPr>
          <p:nvPr>
            <p:ph type="body" sz="quarter" idx="51"/>
          </p:nvPr>
        </p:nvSpPr>
        <p:spPr>
          <a:xfrm>
            <a:off x="6513513" y="1476583"/>
            <a:ext cx="5214724" cy="561519"/>
          </a:xfrm>
        </p:spPr>
        <p:txBody>
          <a:bodyPr/>
          <a:lstStyle/>
          <a:p>
            <a:pPr>
              <a:lnSpc>
                <a:spcPct val="100000"/>
              </a:lnSpc>
              <a:buNone/>
            </a:pPr>
            <a:r>
              <a:rPr sz="2000" b="1">
                <a:solidFill>
                  <a:srgbClr val="6B2D8B"/>
                </a:solidFill>
              </a:rPr>
              <a:t>Почему это выгодно заказчику</a:t>
            </a:r>
          </a:p>
        </p:txBody>
      </p:sp>
    </p:spTree>
    <p:extLst>
      <p:ext uri="{BB962C8B-B14F-4D97-AF65-F5344CB8AC3E}">
        <p14:creationId xmlns:p14="http://schemas.microsoft.com/office/powerpoint/2010/main" val="399877645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41B6129-4E5A-20E2-763B-F5010C6110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Прямоугольник 29">
            <a:extLst>
              <a:ext uri="{FF2B5EF4-FFF2-40B4-BE49-F238E27FC236}">
                <a16:creationId xmlns:a16="http://schemas.microsoft.com/office/drawing/2014/main" id="{8974761F-D4F8-560C-B069-01DF6B0C0103}"/>
              </a:ext>
            </a:extLst>
          </p:cNvPr>
          <p:cNvSpPr/>
          <p:nvPr/>
        </p:nvSpPr>
        <p:spPr>
          <a:xfrm>
            <a:off x="0" y="0"/>
            <a:ext cx="6456363" cy="6858000"/>
          </a:xfrm>
          <a:prstGeom prst="rect">
            <a:avLst/>
          </a:prstGeom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t"/>
          <a:lstStyle/>
          <a:p>
            <a:pPr algn="ctr"/>
            <a:endParaRPr lang="ru-RU" b="1" dirty="0">
              <a:solidFill>
                <a:schemeClr val="accent2"/>
              </a:solidFill>
            </a:endParaRPr>
          </a:p>
        </p:txBody>
      </p:sp>
      <p:sp>
        <p:nvSpPr>
          <p:cNvPr id="29" name="Объект 28">
            <a:extLst>
              <a:ext uri="{FF2B5EF4-FFF2-40B4-BE49-F238E27FC236}">
                <a16:creationId xmlns:a16="http://schemas.microsoft.com/office/drawing/2014/main" id="{02AA36D4-0DFA-1A2E-6B29-8BA1BF5F96F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1133" y="1916201"/>
            <a:ext cx="5574868" cy="3464559"/>
          </a:xfrm>
        </p:spPr>
        <p:txBody>
          <a:bodyPr wrap="square"/>
          <a:lstStyle/>
          <a:p>
            <a:pPr>
              <a:spcBef>
                <a:spcPts val="0"/>
              </a:spcBef>
              <a:spcAft>
                <a:spcPts val="742"/>
              </a:spcAft>
            </a:pPr>
            <a:r>
              <a:rPr sz="1300" b="0">
                <a:solidFill>
                  <a:srgbClr val="2A2733"/>
                </a:solidFill>
              </a:rPr>
              <a:t>Закрываем механику ТЗ, а не витрину вакансий: работодатель сам находит подтверждённую категорию и выходит с оффером и прозрачной вилкой ₽.</a:t>
            </a:r>
            <a:endParaRPr lang="ru-RU" dirty="0">
              <a:solidFill>
                <a:schemeClr val="tx1"/>
              </a:solidFill>
            </a:endParaRPr>
          </a:p>
          <a:p>
            <a:pPr>
              <a:spcBef>
                <a:spcPts val="0"/>
              </a:spcBef>
              <a:spcAft>
                <a:spcPts val="742"/>
              </a:spcAft>
            </a:pPr>
            <a:r>
              <a:rPr sz="1300" b="0">
                <a:solidFill>
                  <a:srgbClr val="2A2733"/>
                </a:solidFill>
              </a:rPr>
              <a:t>Цепочка ценности: тест навыка → грейд на сервере (не из резюме) → подбор с честными статусами → приглашение с вилкой → контакты только после согласия и только этой компании.</a:t>
            </a:r>
          </a:p>
          <a:p>
            <a:pPr>
              <a:spcBef>
                <a:spcPts val="0"/>
              </a:spcBef>
              <a:spcAft>
                <a:spcPts val="742"/>
              </a:spcAft>
            </a:pPr>
            <a:r>
              <a:rPr sz="1300" b="0">
                <a:solidFill>
                  <a:srgbClr val="2A2733"/>
                </a:solidFill>
              </a:rPr>
              <a:t>Честность в выдаче: подтверждено / нет / не проверено. «Не проверено» не выдаём за полный матч — меньше ложных матчей.</a:t>
            </a:r>
          </a:p>
          <a:p>
            <a:pPr>
              <a:spcBef>
                <a:spcPts val="0"/>
              </a:spcBef>
              <a:spcAft>
                <a:spcPts val="742"/>
              </a:spcAft>
            </a:pPr>
            <a:r>
              <a:rPr sz="1300" b="0">
                <a:solidFill>
                  <a:srgbClr val="2A2733"/>
                </a:solidFill>
              </a:rPr>
              <a:t>Без боевого ФСП путь жив (сценарий без привязки + демо-достижения). Собственная платформа, не парсер внешних досок.</a:t>
            </a:r>
          </a:p>
          <a:p>
            <a:pPr>
              <a:spcBef>
                <a:spcPts val="0"/>
              </a:spcBef>
              <a:spcAft>
                <a:spcPts val="742"/>
              </a:spcAft>
            </a:pPr>
            <a:r>
              <a:rPr sz="1300" b="0">
                <a:solidFill>
                  <a:srgbClr val="2A2733"/>
                </a:solidFill>
              </a:rPr>
              <a:t>Эксперт проверяет сам: живой HTTPS-стенд + открытый код + пары аккаунтов в материалах сдачи — один сквозной проход без сопровождения команды.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2A2733"/>
                </a:solidFill>
              </a:rPr>
              <a:t>Проверить сейчас: https://85-137-26-131.sslip.io/</a:t>
            </a:r>
          </a:p>
        </p:txBody>
      </p:sp>
      <p:sp>
        <p:nvSpPr>
          <p:cNvPr id="21" name="Номер слайда 20">
            <a:extLst>
              <a:ext uri="{FF2B5EF4-FFF2-40B4-BE49-F238E27FC236}">
                <a16:creationId xmlns:a16="http://schemas.microsoft.com/office/drawing/2014/main" id="{4CAD271A-25D6-5986-96AF-8705ED30C14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r>
              <a:rPr sz="1200" b="1">
                <a:solidFill>
                  <a:srgbClr val="FFFFFF"/>
                </a:solidFill>
              </a:rPr>
              <a:t>6</a:t>
            </a:r>
            <a:endParaRPr lang="ru-RU" dirty="0"/>
          </a:p>
        </p:txBody>
      </p:sp>
      <p:sp>
        <p:nvSpPr>
          <p:cNvPr id="28" name="Заголовок 27">
            <a:extLst>
              <a:ext uri="{FF2B5EF4-FFF2-40B4-BE49-F238E27FC236}">
                <a16:creationId xmlns:a16="http://schemas.microsoft.com/office/drawing/2014/main" id="{EA3A5BFD-C872-ACEC-AC6D-6D57CA4340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7444" y="1234440"/>
            <a:ext cx="5574868" cy="425729"/>
          </a:xfrm>
        </p:spPr>
        <p:txBody>
          <a:bodyPr wrap="square"/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6B2D8B"/>
                </a:solidFill>
              </a:rPr>
              <a:t>Ядро решения: обратный найм с доказательствами</a:t>
            </a:r>
            <a:endParaRPr lang="ru-RU" sz="2000" dirty="0">
              <a:solidFill>
                <a:schemeClr val="accent5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3071537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AE39BFA-C414-3731-3F05-E28FB015D4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Скругленный прямоугольник 3">
            <a:extLst>
              <a:ext uri="{FF2B5EF4-FFF2-40B4-BE49-F238E27FC236}">
                <a16:creationId xmlns:a16="http://schemas.microsoft.com/office/drawing/2014/main" id="{6080F467-69D9-0742-2978-0590E2BF440F}"/>
              </a:ext>
            </a:extLst>
          </p:cNvPr>
          <p:cNvSpPr/>
          <p:nvPr/>
        </p:nvSpPr>
        <p:spPr>
          <a:xfrm>
            <a:off x="329184" y="1371600"/>
            <a:ext cx="11539728" cy="4846320"/>
          </a:xfrm>
          <a:prstGeom prst="roundRect">
            <a:avLst>
              <a:gd name="adj" fmla="val 6926"/>
            </a:avLst>
          </a:prstGeom>
          <a:solidFill>
            <a:schemeClr val="bg1"/>
          </a:solidFill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t"/>
          <a:lstStyle/>
          <a:p>
            <a:pPr algn="ctr"/>
            <a:endParaRPr lang="ru-RU" b="1" dirty="0">
              <a:solidFill>
                <a:schemeClr val="accent2"/>
              </a:solidFill>
            </a:endParaRPr>
          </a:p>
        </p:txBody>
      </p:sp>
      <p:sp>
        <p:nvSpPr>
          <p:cNvPr id="21" name="Номер слайда 20">
            <a:extLst>
              <a:ext uri="{FF2B5EF4-FFF2-40B4-BE49-F238E27FC236}">
                <a16:creationId xmlns:a16="http://schemas.microsoft.com/office/drawing/2014/main" id="{D48EA9B5-E41A-C397-3CFE-F967E98FC76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r>
              <a:rPr sz="1200" b="1">
                <a:solidFill>
                  <a:srgbClr val="FFFFFF"/>
                </a:solidFill>
              </a:rPr>
              <a:t>7</a:t>
            </a:r>
            <a:endParaRPr lang="ru-RU" dirty="0">
              <a:solidFill>
                <a:schemeClr val="bg1"/>
              </a:solidFill>
            </a:endParaRPr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1F975DC-7FFC-8C16-7A6D-78D26FCBD5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3104" y="777240"/>
            <a:ext cx="5994696" cy="552061"/>
          </a:xfrm>
        </p:spPr>
        <p:txBody>
          <a:bodyPr wrap="square"/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FFFFFF"/>
                </a:solidFill>
              </a:rPr>
              <a:t>Доказательства на стенде</a:t>
            </a:r>
            <a:endParaRPr lang="ru-RU" sz="3600" dirty="0">
              <a:solidFill>
                <a:schemeClr val="bg1"/>
              </a:solidFill>
            </a:endParaRPr>
          </a:p>
        </p:txBody>
      </p:sp>
      <p:graphicFrame>
        <p:nvGraphicFramePr>
          <p:cNvPr id="22" name="Таблица 13"/>
          <p:cNvGraphicFramePr>
            <a:graphicFrameLocks noGrp="1"/>
          </p:cNvGraphicFramePr>
          <p:nvPr/>
        </p:nvGraphicFramePr>
        <p:xfrm>
          <a:off x="502920" y="1554480"/>
          <a:ext cx="11155680" cy="4480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60320"/>
                <a:gridCol w="8595360"/>
              </a:tblGrid>
              <a:tr h="896112">
                <a:tc>
                  <a:txBody>
                    <a:bodyPr tIns="73152" bIns="73152"/>
                    <a:lstStyle/>
                    <a:p>
                      <a:r>
                        <a:rPr sz="1500" b="1">
                          <a:solidFill>
                            <a:srgbClr val="6B2D8B"/>
                          </a:solidFill>
                        </a:rPr>
                        <a:t>Шаг</a:t>
                      </a:r>
                    </a:p>
                  </a:txBody>
                  <a:tcPr/>
                </a:tc>
                <a:tc>
                  <a:txBody>
                    <a:bodyPr tIns="73152" bIns="73152"/>
                    <a:lstStyle/>
                    <a:p>
                      <a:r>
                        <a:rPr sz="1500" b="1">
                          <a:solidFill>
                            <a:srgbClr val="6B2D8B"/>
                          </a:solidFill>
                        </a:rPr>
                        <a:t>Что видно / что доказывает</a:t>
                      </a:r>
                    </a:p>
                  </a:txBody>
                  <a:tcPr/>
                </a:tc>
              </a:tr>
              <a:tr h="896112">
                <a:tc>
                  <a:txBody>
                    <a:bodyPr tIns="73152" bIns="73152"/>
                    <a:lstStyle/>
                    <a:p>
                      <a:r>
                        <a:rPr sz="1300" b="1">
                          <a:solidFill>
                            <a:srgbClr val="6B2D8B"/>
                          </a:solidFill>
                        </a:rPr>
                        <a:t>1 · Профиль</a:t>
                      </a:r>
                    </a:p>
                  </a:txBody>
                  <a:tcPr/>
                </a:tc>
                <a:tc>
                  <a:txBody>
                    <a:bodyPr tIns="73152" bIns="73152"/>
                    <a:lstStyle/>
                    <a:p>
                      <a:r>
                        <a:rPr sz="1300" b="0">
                          <a:solidFill>
                            <a:srgbClr val="2A2733"/>
                          </a:solidFill>
                        </a:rPr>
                        <a:t>Кандидат проходит тест; грейд из теста, не из резюме.</a:t>
                      </a:r>
                    </a:p>
                  </a:txBody>
                  <a:tcPr/>
                </a:tc>
              </a:tr>
              <a:tr h="896112">
                <a:tc>
                  <a:txBody>
                    <a:bodyPr tIns="73152" bIns="73152"/>
                    <a:lstStyle/>
                    <a:p>
                      <a:r>
                        <a:rPr sz="1300" b="1">
                          <a:solidFill>
                            <a:srgbClr val="6B2D8B"/>
                          </a:solidFill>
                        </a:rPr>
                        <a:t>2 · Подбор</a:t>
                      </a:r>
                    </a:p>
                  </a:txBody>
                  <a:tcPr/>
                </a:tc>
                <a:tc>
                  <a:txBody>
                    <a:bodyPr tIns="73152" bIns="73152"/>
                    <a:lstStyle/>
                    <a:p>
                      <a:r>
                        <a:rPr sz="1300" b="0">
                          <a:solidFill>
                            <a:srgbClr val="2A2733"/>
                          </a:solidFill>
                        </a:rPr>
                        <a:t>HR видит основания «почему в выдаче» и честные статусы.</a:t>
                      </a:r>
                    </a:p>
                  </a:txBody>
                  <a:tcPr/>
                </a:tc>
              </a:tr>
              <a:tr h="896112">
                <a:tc>
                  <a:txBody>
                    <a:bodyPr tIns="73152" bIns="73152"/>
                    <a:lstStyle/>
                    <a:p>
                      <a:r>
                        <a:rPr sz="1300" b="1">
                          <a:solidFill>
                            <a:srgbClr val="6B2D8B"/>
                          </a:solidFill>
                        </a:rPr>
                        <a:t>3 · Вилка ₽</a:t>
                      </a:r>
                    </a:p>
                  </a:txBody>
                  <a:tcPr/>
                </a:tc>
                <a:tc>
                  <a:txBody>
                    <a:bodyPr tIns="73152" bIns="73152"/>
                    <a:lstStyle/>
                    <a:p>
                      <a:r>
                        <a:rPr sz="1300" b="0">
                          <a:solidFill>
                            <a:srgbClr val="2A2733"/>
                          </a:solidFill>
                        </a:rPr>
                        <a:t>Адресное приглашение с вилкой до переписки, без обязательной вакансии.</a:t>
                      </a:r>
                    </a:p>
                  </a:txBody>
                  <a:tcPr/>
                </a:tc>
              </a:tr>
              <a:tr h="896112">
                <a:tc>
                  <a:txBody>
                    <a:bodyPr tIns="73152" bIns="73152"/>
                    <a:lstStyle/>
                    <a:p>
                      <a:r>
                        <a:rPr sz="1300" b="1">
                          <a:solidFill>
                            <a:srgbClr val="6B2D8B"/>
                          </a:solidFill>
                        </a:rPr>
                        <a:t>4 · Согласие</a:t>
                      </a:r>
                    </a:p>
                  </a:txBody>
                  <a:tcPr/>
                </a:tc>
                <a:tc>
                  <a:txBody>
                    <a:bodyPr tIns="73152" bIns="73152"/>
                    <a:lstStyle/>
                    <a:p>
                      <a:r>
                        <a:rPr sz="1300" b="0">
                          <a:solidFill>
                            <a:srgbClr val="2A2733"/>
                          </a:solidFill>
                        </a:rPr>
                        <a:t>Контакты у пригласившего HR; у другого работодателя — нет. Стенд: https://85-137-26-131.sslip.io/</a:t>
                      </a:r>
                    </a:p>
                  </a:txBody>
                  <a:tcPr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32040327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Скругленный прямоугольник 8">
            <a:extLst>
              <a:ext uri="{FF2B5EF4-FFF2-40B4-BE49-F238E27FC236}">
                <a16:creationId xmlns:a16="http://schemas.microsoft.com/office/drawing/2014/main" id="{D181C43B-81A7-CE1F-8FD8-59408853402A}"/>
              </a:ext>
            </a:extLst>
          </p:cNvPr>
          <p:cNvSpPr/>
          <p:nvPr/>
        </p:nvSpPr>
        <p:spPr>
          <a:xfrm>
            <a:off x="346075" y="411480"/>
            <a:ext cx="5354638" cy="5215508"/>
          </a:xfrm>
          <a:prstGeom prst="roundRect">
            <a:avLst>
              <a:gd name="adj" fmla="val 6926"/>
            </a:avLst>
          </a:prstGeom>
          <a:solidFill>
            <a:schemeClr val="bg1"/>
          </a:solidFill>
          <a:ln w="12700" cap="flat" cmpd="sng" algn="ctr">
            <a:noFill/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t"/>
          <a:lstStyle/>
          <a:p>
            <a:pPr algn="ctr"/>
            <a:endParaRPr lang="ru-RU" b="1" dirty="0">
              <a:solidFill>
                <a:schemeClr val="accent2"/>
              </a:solidFill>
            </a:endParaRPr>
          </a:p>
        </p:txBody>
      </p:sp>
      <p:sp>
        <p:nvSpPr>
          <p:cNvPr id="2" name="Номер слайда 1">
            <a:extLst>
              <a:ext uri="{FF2B5EF4-FFF2-40B4-BE49-F238E27FC236}">
                <a16:creationId xmlns:a16="http://schemas.microsoft.com/office/drawing/2014/main" id="{E1A398F8-7100-0AC0-7CC3-53622EA3457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r>
              <a:rPr sz="1200" b="1">
                <a:solidFill>
                  <a:srgbClr val="FFFFFF"/>
                </a:solidFill>
              </a:rPr>
              <a:t>8</a:t>
            </a:r>
            <a:endParaRPr lang="ru-RU" dirty="0">
              <a:solidFill>
                <a:schemeClr val="bg1"/>
              </a:solidFill>
            </a:endParaRPr>
          </a:p>
        </p:txBody>
      </p:sp>
      <p:sp>
        <p:nvSpPr>
          <p:cNvPr id="3" name="Заголовок 2">
            <a:extLst>
              <a:ext uri="{FF2B5EF4-FFF2-40B4-BE49-F238E27FC236}">
                <a16:creationId xmlns:a16="http://schemas.microsoft.com/office/drawing/2014/main" id="{F8E8540A-FBD5-3747-09FA-CD79C4EC2F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2040" y="1234440"/>
            <a:ext cx="4781233" cy="415925"/>
          </a:xfrm>
        </p:spPr>
        <p:txBody>
          <a:bodyPr wrap="square"/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6B2D8B"/>
                </a:solidFill>
              </a:rPr>
              <a:t>Границы MVP: ядро сдано, оболочка — дальше</a:t>
            </a:r>
            <a:endParaRPr lang="ru-RU" sz="2000" dirty="0">
              <a:solidFill>
                <a:schemeClr val="accent5"/>
              </a:solidFill>
            </a:endParaRPr>
          </a:p>
        </p:txBody>
      </p:sp>
      <p:sp>
        <p:nvSpPr>
          <p:cNvPr id="7" name="Текст 6">
            <a:extLst>
              <a:ext uri="{FF2B5EF4-FFF2-40B4-BE49-F238E27FC236}">
                <a16:creationId xmlns:a16="http://schemas.microsoft.com/office/drawing/2014/main" id="{953FFDF6-D432-8336-B879-D98A3341FCDF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595433" y="1906397"/>
            <a:ext cx="4807840" cy="3464559"/>
          </a:xfrm>
        </p:spPr>
        <p:txBody>
          <a:bodyPr wrap="square"/>
          <a:lstStyle/>
          <a:p>
            <a:pPr>
              <a:spcBef>
                <a:spcPts val="0"/>
              </a:spcBef>
              <a:spcAft>
                <a:spcPts val="618"/>
              </a:spcAft>
            </a:pPr>
            <a:r>
              <a:rPr sz="1300" b="0">
                <a:solidFill>
                  <a:srgbClr val="2A2733"/>
                </a:solidFill>
              </a:rPr>
              <a:t>Уже для экспертизы:</a:t>
            </a:r>
            <a:endParaRPr lang="ru-RU" dirty="0">
              <a:solidFill>
                <a:schemeClr val="tx1"/>
              </a:solidFill>
            </a:endParaRPr>
          </a:p>
          <a:p>
            <a:pPr>
              <a:spcBef>
                <a:spcPts val="0"/>
              </a:spcBef>
              <a:spcAft>
                <a:spcPts val="618"/>
              </a:spcAft>
            </a:pPr>
            <a:r>
              <a:rPr sz="1300" b="0">
                <a:solidFill>
                  <a:srgbClr val="2A2733"/>
                </a:solidFill>
              </a:rPr>
              <a:t>два кабинета · тест→грейд · подбор с объяснением · приглашение с вилкой ₽ · адресные контакты · сценарий без ФСП и с демо-ФСП · живой стенд · открытый код.</a:t>
            </a:r>
          </a:p>
          <a:p>
            <a:pPr>
              <a:spcBef>
                <a:spcPts val="0"/>
              </a:spcBef>
              <a:spcAft>
                <a:spcPts val="618"/>
              </a:spcAft>
            </a:pPr>
            <a:r>
              <a:rPr sz="1300" b="0">
                <a:solidFill>
                  <a:srgbClr val="2A2733"/>
                </a:solidFill>
              </a:rPr>
              <a:t>Сознательно снаружи ядра (граница пилота, не «дыра»):</a:t>
            </a:r>
          </a:p>
          <a:p>
            <a:pPr>
              <a:spcBef>
                <a:spcPts val="0"/>
              </a:spcBef>
              <a:spcAft>
                <a:spcPts val="618"/>
              </a:spcAft>
            </a:pPr>
            <a:r>
              <a:rPr sz="1300" b="0">
                <a:solidFill>
                  <a:srgbClr val="2A2733"/>
                </a:solidFill>
              </a:rPr>
              <a:t>боевой реестр ФСП / Keycloak — мок по ТЗ; боевой SMTP не поднимали; рыночная сертификация метрик подбора — впереди.</a:t>
            </a:r>
          </a:p>
          <a:p>
            <a:pPr>
              <a:spcBef>
                <a:spcPts val="0"/>
              </a:spcBef>
              <a:spcAft>
                <a:spcPts val="618"/>
              </a:spcAft>
            </a:pPr>
            <a:r>
              <a:rPr sz="1300" b="0">
                <a:solidFill>
                  <a:srgbClr val="2A2733"/>
                </a:solidFill>
              </a:rPr>
              <a:t>Справа на кадре — кабинет работодателя: фильтры, карточки, доказательства навыков.</a:t>
            </a:r>
          </a:p>
          <a:p>
            <a:pPr>
              <a:spcBef>
                <a:spcPts val="0"/>
              </a:spcBef>
              <a:spcAft>
                <a:spcPts val="618"/>
              </a:spcAft>
            </a:pPr>
            <a:r>
              <a:rPr sz="1300" b="0">
                <a:solidFill>
                  <a:srgbClr val="2A2733"/>
                </a:solidFill>
              </a:rPr>
              <a:t>После отбора: боевой ФСП, почта, проверка на реальных работодателях — на уже работающем контуре согласия и грейда.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2A2733"/>
                </a:solidFill>
              </a:rPr>
              <a:t>Стенд сейчас: https://85-137-26-131.sslip.io/</a:t>
            </a:r>
          </a:p>
        </p:txBody>
      </p:sp>
      <p:pic>
        <p:nvPicPr>
          <p:cNvPr id="10" name="Picture 9" descr="slide14_demo_cover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96001" y="0"/>
            <a:ext cx="6096000" cy="68579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0171671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AD51DE2-6F1E-2FB8-52A8-A597ED4D8F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Скругленный прямоугольник 9">
            <a:extLst>
              <a:ext uri="{FF2B5EF4-FFF2-40B4-BE49-F238E27FC236}">
                <a16:creationId xmlns:a16="http://schemas.microsoft.com/office/drawing/2014/main" id="{99639827-4B20-41B4-B9A5-E5F859569F5A}"/>
              </a:ext>
            </a:extLst>
          </p:cNvPr>
          <p:cNvSpPr/>
          <p:nvPr/>
        </p:nvSpPr>
        <p:spPr>
          <a:xfrm>
            <a:off x="347472" y="320040"/>
            <a:ext cx="5303520" cy="658368"/>
          </a:xfrm>
          <a:prstGeom prst="roundRect">
            <a:avLst>
              <a:gd name="adj" fmla="val 18706"/>
            </a:avLst>
          </a:prstGeom>
          <a:solidFill>
            <a:schemeClr val="accent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endParaRPr lang="ru-RU" b="1" dirty="0">
              <a:solidFill>
                <a:schemeClr val="accent2"/>
              </a:solidFill>
            </a:endParaRPr>
          </a:p>
        </p:txBody>
      </p:sp>
      <p:sp>
        <p:nvSpPr>
          <p:cNvPr id="23" name="Скругленный прямоугольник 22">
            <a:extLst>
              <a:ext uri="{FF2B5EF4-FFF2-40B4-BE49-F238E27FC236}">
                <a16:creationId xmlns:a16="http://schemas.microsoft.com/office/drawing/2014/main" id="{8EE648F1-70BD-354A-6DAE-07E6E3044DC8}"/>
              </a:ext>
            </a:extLst>
          </p:cNvPr>
          <p:cNvSpPr/>
          <p:nvPr/>
        </p:nvSpPr>
        <p:spPr>
          <a:xfrm>
            <a:off x="3288425" y="1691640"/>
            <a:ext cx="2672801" cy="3611880"/>
          </a:xfrm>
          <a:prstGeom prst="roundRect">
            <a:avLst>
              <a:gd name="adj" fmla="val 9821"/>
            </a:avLst>
          </a:prstGeom>
          <a:solidFill>
            <a:schemeClr val="bg1"/>
          </a:solidFill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t"/>
          <a:lstStyle/>
          <a:p>
            <a:pPr algn="ctr"/>
            <a:endParaRPr lang="ru-RU" b="1" dirty="0">
              <a:solidFill>
                <a:schemeClr val="accent2"/>
              </a:solidFill>
            </a:endParaRPr>
          </a:p>
        </p:txBody>
      </p:sp>
      <p:sp>
        <p:nvSpPr>
          <p:cNvPr id="24" name="Скругленный прямоугольник 23">
            <a:extLst>
              <a:ext uri="{FF2B5EF4-FFF2-40B4-BE49-F238E27FC236}">
                <a16:creationId xmlns:a16="http://schemas.microsoft.com/office/drawing/2014/main" id="{D6D9A41E-4495-E50B-97DA-5E654B99A15A}"/>
              </a:ext>
            </a:extLst>
          </p:cNvPr>
          <p:cNvSpPr/>
          <p:nvPr/>
        </p:nvSpPr>
        <p:spPr>
          <a:xfrm>
            <a:off x="6230774" y="1691640"/>
            <a:ext cx="2672801" cy="3611880"/>
          </a:xfrm>
          <a:prstGeom prst="roundRect">
            <a:avLst>
              <a:gd name="adj" fmla="val 9821"/>
            </a:avLst>
          </a:prstGeom>
          <a:solidFill>
            <a:schemeClr val="bg1"/>
          </a:solidFill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t"/>
          <a:lstStyle/>
          <a:p>
            <a:pPr algn="ctr"/>
            <a:endParaRPr lang="ru-RU" b="1" dirty="0">
              <a:solidFill>
                <a:schemeClr val="accent2"/>
              </a:solidFill>
            </a:endParaRPr>
          </a:p>
        </p:txBody>
      </p:sp>
      <p:sp>
        <p:nvSpPr>
          <p:cNvPr id="25" name="Скругленный прямоугольник 24">
            <a:extLst>
              <a:ext uri="{FF2B5EF4-FFF2-40B4-BE49-F238E27FC236}">
                <a16:creationId xmlns:a16="http://schemas.microsoft.com/office/drawing/2014/main" id="{9B320FD4-0F75-8FB9-F799-AFA2CA575375}"/>
              </a:ext>
            </a:extLst>
          </p:cNvPr>
          <p:cNvSpPr/>
          <p:nvPr/>
        </p:nvSpPr>
        <p:spPr>
          <a:xfrm>
            <a:off x="9173123" y="1691640"/>
            <a:ext cx="2672801" cy="3611880"/>
          </a:xfrm>
          <a:prstGeom prst="roundRect">
            <a:avLst>
              <a:gd name="adj" fmla="val 9821"/>
            </a:avLst>
          </a:prstGeom>
          <a:solidFill>
            <a:schemeClr val="bg1"/>
          </a:solidFill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t"/>
          <a:lstStyle/>
          <a:p>
            <a:pPr algn="ctr"/>
            <a:endParaRPr lang="ru-RU" b="1" dirty="0">
              <a:solidFill>
                <a:schemeClr val="accent2"/>
              </a:solidFill>
            </a:endParaRPr>
          </a:p>
        </p:txBody>
      </p:sp>
      <p:sp>
        <p:nvSpPr>
          <p:cNvPr id="27" name="Скругленный прямоугольник 26">
            <a:extLst>
              <a:ext uri="{FF2B5EF4-FFF2-40B4-BE49-F238E27FC236}">
                <a16:creationId xmlns:a16="http://schemas.microsoft.com/office/drawing/2014/main" id="{4205FFC6-B5B1-7076-639B-E4DAFE652AFA}"/>
              </a:ext>
            </a:extLst>
          </p:cNvPr>
          <p:cNvSpPr/>
          <p:nvPr/>
        </p:nvSpPr>
        <p:spPr>
          <a:xfrm>
            <a:off x="346076" y="1691640"/>
            <a:ext cx="2672801" cy="3611880"/>
          </a:xfrm>
          <a:prstGeom prst="roundRect">
            <a:avLst>
              <a:gd name="adj" fmla="val 9821"/>
            </a:avLst>
          </a:prstGeom>
          <a:solidFill>
            <a:schemeClr val="bg1"/>
          </a:solidFill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t"/>
          <a:lstStyle/>
          <a:p>
            <a:pPr algn="ctr"/>
            <a:endParaRPr lang="ru-RU" b="1" dirty="0">
              <a:solidFill>
                <a:schemeClr val="accent2"/>
              </a:solidFill>
            </a:endParaRPr>
          </a:p>
        </p:txBody>
      </p:sp>
      <p:sp>
        <p:nvSpPr>
          <p:cNvPr id="21" name="Номер слайда 20">
            <a:extLst>
              <a:ext uri="{FF2B5EF4-FFF2-40B4-BE49-F238E27FC236}">
                <a16:creationId xmlns:a16="http://schemas.microsoft.com/office/drawing/2014/main" id="{889AB292-D098-2ABD-0429-89B4EFAD43B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r>
              <a:rPr sz="1200" b="1">
                <a:solidFill>
                  <a:srgbClr val="FFFFFF"/>
                </a:solidFill>
              </a:rPr>
              <a:t>9</a:t>
            </a:r>
            <a:endParaRPr lang="ru-RU" dirty="0">
              <a:solidFill>
                <a:schemeClr val="bg1"/>
              </a:solidFill>
            </a:endParaRPr>
          </a:p>
        </p:txBody>
      </p:sp>
      <p:sp>
        <p:nvSpPr>
          <p:cNvPr id="2" name="Текст 1">
            <a:extLst>
              <a:ext uri="{FF2B5EF4-FFF2-40B4-BE49-F238E27FC236}">
                <a16:creationId xmlns:a16="http://schemas.microsoft.com/office/drawing/2014/main" id="{0B115FEC-D79C-233C-419E-0B0BE3EB4A02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520913" y="2331720"/>
            <a:ext cx="2284071" cy="423628"/>
          </a:xfrm>
        </p:spPr>
        <p:txBody>
          <a:bodyPr wrap="square"/>
          <a:lstStyle/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6B2D8B"/>
                </a:solidFill>
              </a:rPr>
              <a:t>Для HR</a:t>
            </a:r>
            <a:endParaRPr lang="ru-RU" dirty="0">
              <a:solidFill>
                <a:srgbClr val="F92571"/>
              </a:solidFill>
            </a:endParaRP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B2BA7842-46FE-F786-9D85-92BBE62C549A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520913" y="2834640"/>
            <a:ext cx="2284071" cy="2148840"/>
          </a:xfrm>
        </p:spPr>
        <p:txBody>
          <a:bodyPr wrap="square"/>
          <a:lstStyle/>
          <a:p>
            <a:pPr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300">
                <a:solidFill>
                  <a:srgbClr val="2A2733"/>
                </a:solidFill>
              </a:rPr>
              <a:t>Меньше ложных матчей.</a:t>
            </a:r>
            <a:endParaRPr lang="ru-RU" dirty="0">
              <a:solidFill>
                <a:schemeClr val="tx1"/>
              </a:solidFill>
            </a:endParaRP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300">
                <a:solidFill>
                  <a:srgbClr val="2A2733"/>
                </a:solidFill>
              </a:rPr>
              <a:t>Доказательства теста в карточке.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300">
                <a:solidFill>
                  <a:srgbClr val="2A2733"/>
                </a:solidFill>
              </a:rPr>
              <a:t>Честный статус, не «резюме».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300">
                <a:solidFill>
                  <a:srgbClr val="2A2733"/>
                </a:solidFill>
              </a:rPr>
              <a:t>Вилка ₽ уже в приглашении.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300">
                <a:solidFill>
                  <a:srgbClr val="2A2733"/>
                </a:solidFill>
              </a:rPr>
              <a:t>Контакты — после согласия.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D2670742-0112-ABA9-7C47-FE6D64A30A91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>
          <a:xfrm>
            <a:off x="3457903" y="2331720"/>
            <a:ext cx="2337416" cy="403756"/>
          </a:xfrm>
        </p:spPr>
        <p:txBody>
          <a:bodyPr wrap="square"/>
          <a:lstStyle/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6B2D8B"/>
                </a:solidFill>
              </a:rPr>
              <a:t>Для кандидата</a:t>
            </a:r>
            <a:endParaRPr lang="ru-RU" dirty="0">
              <a:solidFill>
                <a:srgbClr val="F92571"/>
              </a:solidFill>
            </a:endParaRP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6A5C658C-1FD4-CD12-D517-15F6F46CFE3C}"/>
              </a:ext>
            </a:extLst>
          </p:cNvPr>
          <p:cNvSpPr>
            <a:spLocks noGrp="1"/>
          </p:cNvSpPr>
          <p:nvPr>
            <p:ph type="body" sz="quarter" idx="40"/>
          </p:nvPr>
        </p:nvSpPr>
        <p:spPr>
          <a:xfrm>
            <a:off x="3457903" y="2834640"/>
            <a:ext cx="2337416" cy="2148840"/>
          </a:xfrm>
        </p:spPr>
        <p:txBody>
          <a:bodyPr wrap="square"/>
          <a:lstStyle/>
          <a:p>
            <a:pPr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300">
                <a:solidFill>
                  <a:srgbClr val="2A2733"/>
                </a:solidFill>
              </a:rPr>
              <a:t>Навык говорит за вас.</a:t>
            </a:r>
            <a:endParaRPr lang="ru-RU">
              <a:solidFill>
                <a:schemeClr val="tx1"/>
              </a:solidFill>
            </a:endParaRP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300">
                <a:solidFill>
                  <a:srgbClr val="2A2733"/>
                </a:solidFill>
              </a:rPr>
              <a:t>Грейд из теста, не из анкеты.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300">
                <a:solidFill>
                  <a:srgbClr val="2A2733"/>
                </a:solidFill>
              </a:rPr>
              <a:t>Контакты открывает кандидат.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300">
                <a:solidFill>
                  <a:srgbClr val="2A2733"/>
                </a:solidFill>
              </a:rPr>
              <a:t>Чужой HR связи не видит.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300">
                <a:solidFill>
                  <a:srgbClr val="2A2733"/>
                </a:solidFill>
              </a:rPr>
              <a:t>Без обязательной вакансии.</a:t>
            </a:r>
          </a:p>
        </p:txBody>
      </p:sp>
      <p:sp>
        <p:nvSpPr>
          <p:cNvPr id="6" name="Текст 5">
            <a:extLst>
              <a:ext uri="{FF2B5EF4-FFF2-40B4-BE49-F238E27FC236}">
                <a16:creationId xmlns:a16="http://schemas.microsoft.com/office/drawing/2014/main" id="{4FAFE374-953E-0336-76DE-D143BB9C6451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6456363" y="2331720"/>
            <a:ext cx="2268537" cy="403913"/>
          </a:xfrm>
        </p:spPr>
        <p:txBody>
          <a:bodyPr wrap="square"/>
          <a:lstStyle/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6B2D8B"/>
                </a:solidFill>
              </a:rPr>
              <a:t>Для платформы</a:t>
            </a:r>
            <a:endParaRPr lang="ru-RU">
              <a:solidFill>
                <a:srgbClr val="F92571"/>
              </a:solidFill>
            </a:endParaRPr>
          </a:p>
        </p:txBody>
      </p:sp>
      <p:sp>
        <p:nvSpPr>
          <p:cNvPr id="7" name="Текст 6">
            <a:extLst>
              <a:ext uri="{FF2B5EF4-FFF2-40B4-BE49-F238E27FC236}">
                <a16:creationId xmlns:a16="http://schemas.microsoft.com/office/drawing/2014/main" id="{FADF42A3-53F4-C8E0-2D79-332DAAEB9A8A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>
          <a:xfrm>
            <a:off x="6456363" y="2834640"/>
            <a:ext cx="2268537" cy="2148840"/>
          </a:xfrm>
        </p:spPr>
        <p:txBody>
          <a:bodyPr wrap="square"/>
          <a:lstStyle/>
          <a:p>
            <a:pPr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300">
                <a:solidFill>
                  <a:srgbClr val="2A2733"/>
                </a:solidFill>
              </a:rPr>
              <a:t>Своя платформа обратного найма.</a:t>
            </a:r>
            <a:endParaRPr lang="ru-RU">
              <a:solidFill>
                <a:schemeClr val="tx1"/>
              </a:solidFill>
            </a:endParaRP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300">
                <a:solidFill>
                  <a:srgbClr val="2A2733"/>
                </a:solidFill>
              </a:rPr>
              <a:t>Не парсер внешних досок.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300">
                <a:solidFill>
                  <a:srgbClr val="2A2733"/>
                </a:solidFill>
              </a:rPr>
              <a:t>Путь жив без боевого ФСП.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300">
                <a:solidFill>
                  <a:srgbClr val="2A2733"/>
                </a:solidFill>
              </a:rPr>
              <a:t>Мок ФСП — по ТЗ, не дыра.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300">
                <a:solidFill>
                  <a:srgbClr val="2A2733"/>
                </a:solidFill>
              </a:rPr>
              <a:t>HTTPS-стенд + открытый код.</a:t>
            </a:r>
          </a:p>
        </p:txBody>
      </p:sp>
      <p:sp>
        <p:nvSpPr>
          <p:cNvPr id="8" name="Текст 7">
            <a:extLst>
              <a:ext uri="{FF2B5EF4-FFF2-40B4-BE49-F238E27FC236}">
                <a16:creationId xmlns:a16="http://schemas.microsoft.com/office/drawing/2014/main" id="{68E32729-5FCC-21EA-16FD-CEF0C8FAABAA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9407534" y="2331720"/>
            <a:ext cx="2263553" cy="423628"/>
          </a:xfrm>
        </p:spPr>
        <p:txBody>
          <a:bodyPr wrap="square"/>
          <a:lstStyle/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6B2D8B"/>
                </a:solidFill>
              </a:rPr>
              <a:t>Для ФСП</a:t>
            </a:r>
            <a:endParaRPr lang="ru-RU">
              <a:solidFill>
                <a:srgbClr val="F92571"/>
              </a:solidFill>
            </a:endParaRPr>
          </a:p>
        </p:txBody>
      </p:sp>
      <p:sp>
        <p:nvSpPr>
          <p:cNvPr id="9" name="Текст 8">
            <a:extLst>
              <a:ext uri="{FF2B5EF4-FFF2-40B4-BE49-F238E27FC236}">
                <a16:creationId xmlns:a16="http://schemas.microsoft.com/office/drawing/2014/main" id="{86A6BF68-6470-CE0D-3E5F-0B15EDDCA14B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9407534" y="2834640"/>
            <a:ext cx="2263553" cy="2148840"/>
          </a:xfrm>
        </p:spPr>
        <p:txBody>
          <a:bodyPr wrap="square"/>
          <a:lstStyle/>
          <a:p>
            <a:pPr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300">
                <a:solidFill>
                  <a:srgbClr val="2A2733"/>
                </a:solidFill>
              </a:rPr>
              <a:t>Достижения ФСП — в профиле.</a:t>
            </a:r>
            <a:endParaRPr lang="ru-RU" dirty="0">
              <a:solidFill>
                <a:schemeClr val="tx1"/>
              </a:solidFill>
            </a:endParaRP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300">
                <a:solidFill>
                  <a:srgbClr val="2A2733"/>
                </a:solidFill>
              </a:rPr>
              <a:t>Грейд всё равно из теста.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300">
                <a:solidFill>
                  <a:srgbClr val="2A2733"/>
                </a:solidFill>
              </a:rPr>
              <a:t>Демо ≠ боевой реестр.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300">
                <a:solidFill>
                  <a:srgbClr val="2A2733"/>
                </a:solidFill>
              </a:rPr>
              <a:t>Честность статуса важнее.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300">
                <a:solidFill>
                  <a:srgbClr val="2A2733"/>
                </a:solidFill>
              </a:rPr>
              <a:t>«Не проверено» ≠ матч.</a:t>
            </a:r>
          </a:p>
        </p:txBody>
      </p:sp>
      <p:sp>
        <p:nvSpPr>
          <p:cNvPr id="14" name="Заголовок 13">
            <a:extLst>
              <a:ext uri="{FF2B5EF4-FFF2-40B4-BE49-F238E27FC236}">
                <a16:creationId xmlns:a16="http://schemas.microsoft.com/office/drawing/2014/main" id="{9ADE5A7A-262A-121D-63C7-92347C3B48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5817" y="438912"/>
            <a:ext cx="9862734" cy="420624"/>
          </a:xfrm>
        </p:spPr>
        <p:txBody>
          <a:bodyPr wrap="square"/>
          <a:lstStyle/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FFFFFF"/>
                </a:solidFill>
              </a:rPr>
              <a:t>Зачем это рынку</a:t>
            </a:r>
            <a:endParaRPr lang="ru-RU" dirty="0"/>
          </a:p>
        </p:txBody>
      </p:sp>
      <p:sp>
        <p:nvSpPr>
          <p:cNvPr id="15" name="Текст 14">
            <a:extLst>
              <a:ext uri="{FF2B5EF4-FFF2-40B4-BE49-F238E27FC236}">
                <a16:creationId xmlns:a16="http://schemas.microsoft.com/office/drawing/2014/main" id="{26BEC078-5087-6080-D7D6-F5A0B438BDE2}"/>
              </a:ext>
            </a:extLst>
          </p:cNvPr>
          <p:cNvSpPr>
            <a:spLocks noGrp="1"/>
          </p:cNvSpPr>
          <p:nvPr>
            <p:ph type="body" sz="quarter" idx="49"/>
          </p:nvPr>
        </p:nvSpPr>
        <p:spPr>
          <a:xfrm>
            <a:off x="520913" y="1874519"/>
            <a:ext cx="771003" cy="423628"/>
          </a:xfrm>
        </p:spPr>
        <p:txBody>
          <a:bodyPr wrap="square"/>
          <a:lstStyle/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6B2D8B"/>
                </a:solidFill>
              </a:rPr>
              <a:t>01</a:t>
            </a:r>
            <a:endParaRPr lang="ru-RU" b="1" dirty="0">
              <a:solidFill>
                <a:schemeClr val="accent5"/>
              </a:solidFill>
            </a:endParaRPr>
          </a:p>
        </p:txBody>
      </p:sp>
      <p:sp>
        <p:nvSpPr>
          <p:cNvPr id="16" name="Текст 15">
            <a:extLst>
              <a:ext uri="{FF2B5EF4-FFF2-40B4-BE49-F238E27FC236}">
                <a16:creationId xmlns:a16="http://schemas.microsoft.com/office/drawing/2014/main" id="{DE8FDF14-E7C8-6EE3-EBD8-B5DDE4F7F60B}"/>
              </a:ext>
            </a:extLst>
          </p:cNvPr>
          <p:cNvSpPr>
            <a:spLocks noGrp="1"/>
          </p:cNvSpPr>
          <p:nvPr>
            <p:ph type="body" sz="quarter" idx="50"/>
          </p:nvPr>
        </p:nvSpPr>
        <p:spPr>
          <a:xfrm>
            <a:off x="3449944" y="1874519"/>
            <a:ext cx="771003" cy="403756"/>
          </a:xfrm>
        </p:spPr>
        <p:txBody>
          <a:bodyPr wrap="square"/>
          <a:lstStyle/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6B2D8B"/>
                </a:solidFill>
              </a:rPr>
              <a:t>02</a:t>
            </a:r>
            <a:endParaRPr lang="ru-RU" b="1" dirty="0">
              <a:solidFill>
                <a:schemeClr val="accent5"/>
              </a:solidFill>
            </a:endParaRPr>
          </a:p>
        </p:txBody>
      </p:sp>
      <p:sp>
        <p:nvSpPr>
          <p:cNvPr id="17" name="Текст 16">
            <a:extLst>
              <a:ext uri="{FF2B5EF4-FFF2-40B4-BE49-F238E27FC236}">
                <a16:creationId xmlns:a16="http://schemas.microsoft.com/office/drawing/2014/main" id="{2859F02A-65ED-43C1-C072-8FCD6772DA35}"/>
              </a:ext>
            </a:extLst>
          </p:cNvPr>
          <p:cNvSpPr>
            <a:spLocks noGrp="1"/>
          </p:cNvSpPr>
          <p:nvPr>
            <p:ph type="body" sz="quarter" idx="51"/>
          </p:nvPr>
        </p:nvSpPr>
        <p:spPr>
          <a:xfrm>
            <a:off x="6456363" y="1874519"/>
            <a:ext cx="771003" cy="403913"/>
          </a:xfrm>
        </p:spPr>
        <p:txBody>
          <a:bodyPr wrap="square"/>
          <a:lstStyle/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6B2D8B"/>
                </a:solidFill>
              </a:rPr>
              <a:t>03</a:t>
            </a:r>
            <a:endParaRPr lang="ru-RU" b="1" dirty="0">
              <a:solidFill>
                <a:schemeClr val="accent5"/>
              </a:solidFill>
            </a:endParaRPr>
          </a:p>
        </p:txBody>
      </p:sp>
      <p:sp>
        <p:nvSpPr>
          <p:cNvPr id="18" name="Текст 17">
            <a:extLst>
              <a:ext uri="{FF2B5EF4-FFF2-40B4-BE49-F238E27FC236}">
                <a16:creationId xmlns:a16="http://schemas.microsoft.com/office/drawing/2014/main" id="{59F6129C-95BA-0836-7395-00F4830237D5}"/>
              </a:ext>
            </a:extLst>
          </p:cNvPr>
          <p:cNvSpPr>
            <a:spLocks noGrp="1"/>
          </p:cNvSpPr>
          <p:nvPr>
            <p:ph type="body" sz="quarter" idx="52"/>
          </p:nvPr>
        </p:nvSpPr>
        <p:spPr>
          <a:xfrm>
            <a:off x="9407534" y="1874519"/>
            <a:ext cx="771003" cy="423628"/>
          </a:xfrm>
        </p:spPr>
        <p:txBody>
          <a:bodyPr wrap="square"/>
          <a:lstStyle/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6B2D8B"/>
                </a:solidFill>
              </a:rPr>
              <a:t>04</a:t>
            </a:r>
            <a:endParaRPr lang="ru-RU" b="1">
              <a:solidFill>
                <a:schemeClr val="accent5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39114224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Скругленный прямоугольник 11">
            <a:extLst>
              <a:ext uri="{FF2B5EF4-FFF2-40B4-BE49-F238E27FC236}">
                <a16:creationId xmlns:a16="http://schemas.microsoft.com/office/drawing/2014/main" id="{E0D9EF9A-DA2D-60AC-63A9-ACD551239B10}"/>
              </a:ext>
            </a:extLst>
          </p:cNvPr>
          <p:cNvSpPr/>
          <p:nvPr/>
        </p:nvSpPr>
        <p:spPr>
          <a:xfrm>
            <a:off x="347472" y="320040"/>
            <a:ext cx="8778240" cy="658368"/>
          </a:xfrm>
          <a:prstGeom prst="roundRect">
            <a:avLst>
              <a:gd name="adj" fmla="val 18706"/>
            </a:avLst>
          </a:prstGeom>
          <a:solidFill>
            <a:schemeClr val="accent5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endParaRPr lang="ru-RU" b="1" dirty="0">
              <a:solidFill>
                <a:schemeClr val="accent2"/>
              </a:solidFill>
            </a:endParaRPr>
          </a:p>
        </p:txBody>
      </p:sp>
      <p:sp>
        <p:nvSpPr>
          <p:cNvPr id="13" name="Номер слайда 12">
            <a:extLst>
              <a:ext uri="{FF2B5EF4-FFF2-40B4-BE49-F238E27FC236}">
                <a16:creationId xmlns:a16="http://schemas.microsoft.com/office/drawing/2014/main" id="{346B550E-0CFF-4A79-B1FE-2EC1424EF86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r>
              <a:rPr sz="1200" b="1">
                <a:solidFill>
                  <a:srgbClr val="FFFFFF"/>
                </a:solidFill>
              </a:rPr>
              <a:t>10</a:t>
            </a:r>
            <a:endParaRPr lang="ru-RU" dirty="0">
              <a:solidFill>
                <a:schemeClr val="accent5"/>
              </a:solidFill>
            </a:endParaRPr>
          </a:p>
        </p:txBody>
      </p:sp>
      <p:sp>
        <p:nvSpPr>
          <p:cNvPr id="2" name="Текст 1">
            <a:extLst>
              <a:ext uri="{FF2B5EF4-FFF2-40B4-BE49-F238E27FC236}">
                <a16:creationId xmlns:a16="http://schemas.microsoft.com/office/drawing/2014/main" id="{89C5FEE7-8855-4287-AE2D-52539F4D5F31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347472" y="1188720"/>
            <a:ext cx="2505456" cy="365760"/>
          </a:xfrm>
          <a:prstGeom prst="roundRect">
            <a:avLst>
              <a:gd name="adj" fmla="val 0"/>
            </a:avLst>
          </a:prstGeom>
          <a:noFill/>
        </p:spPr>
        <p:txBody>
          <a:bodyPr wrap="square"/>
          <a:lstStyle/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6B2D8B"/>
                </a:solidFill>
              </a:rPr>
              <a:t>1 · Тест</a:t>
            </a:r>
            <a:endParaRPr lang="ru-RU" b="0" dirty="0">
              <a:solidFill>
                <a:schemeClr val="accent5"/>
              </a:solidFill>
            </a:endParaRP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8BB2C021-BD44-4085-92C0-42B29CA7DD4E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347472" y="1536192"/>
            <a:ext cx="2505456" cy="1280160"/>
          </a:xfrm>
        </p:spPr>
        <p:txBody>
          <a:bodyPr wrap="square"/>
          <a:lstStyle/>
          <a:p>
            <a:pPr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300">
                <a:solidFill>
                  <a:srgbClr val="2A2733"/>
                </a:solidFill>
              </a:rPr>
              <a:t>Кандидат проходит тест навыка.</a:t>
            </a:r>
            <a:endParaRPr lang="ru-RU" dirty="0">
              <a:solidFill>
                <a:schemeClr val="tx1"/>
              </a:solidFill>
            </a:endParaRP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300">
                <a:solidFill>
                  <a:srgbClr val="2A2733"/>
                </a:solidFill>
              </a:rPr>
              <a:t>Результат сразу в профиле.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300">
                <a:solidFill>
                  <a:srgbClr val="2A2733"/>
                </a:solidFill>
              </a:rPr>
              <a:t>Грейд не из резюме и не из самооценки.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1726F0F5-5C67-466D-943E-F4703B2F2700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4809744" y="1188720"/>
            <a:ext cx="2505456" cy="365760"/>
          </a:xfrm>
          <a:prstGeom prst="roundRect">
            <a:avLst>
              <a:gd name="adj" fmla="val 0"/>
            </a:avLst>
          </a:prstGeom>
          <a:noFill/>
        </p:spPr>
        <p:txBody>
          <a:bodyPr wrap="square"/>
          <a:lstStyle/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6B2D8B"/>
                </a:solidFill>
              </a:rPr>
              <a:t>3 · Подбор</a:t>
            </a:r>
            <a:endParaRPr lang="ru-RU" b="0" dirty="0">
              <a:solidFill>
                <a:schemeClr val="accent5"/>
              </a:solidFill>
            </a:endParaRP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66D4997F-BA2F-417E-957D-7B6FF608CC45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4809744" y="1536192"/>
            <a:ext cx="2505456" cy="1280160"/>
          </a:xfrm>
        </p:spPr>
        <p:txBody>
          <a:bodyPr wrap="square"/>
          <a:lstStyle/>
          <a:p>
            <a:pPr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300">
                <a:solidFill>
                  <a:srgbClr val="2A2733"/>
                </a:solidFill>
              </a:rPr>
              <a:t>HR задаёт потребность.</a:t>
            </a:r>
            <a:endParaRPr lang="ru-RU">
              <a:solidFill>
                <a:schemeClr val="tx1"/>
              </a:solidFill>
            </a:endParaRP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300">
                <a:solidFill>
                  <a:srgbClr val="2A2733"/>
                </a:solidFill>
              </a:rPr>
              <a:t>В выдаче — основания и статусы.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300">
                <a:solidFill>
                  <a:srgbClr val="2A2733"/>
                </a:solidFill>
              </a:rPr>
              <a:t>«Не проверено» ≠ полный матч.</a:t>
            </a:r>
          </a:p>
        </p:txBody>
      </p:sp>
      <p:sp>
        <p:nvSpPr>
          <p:cNvPr id="6" name="Текст 5">
            <a:extLst>
              <a:ext uri="{FF2B5EF4-FFF2-40B4-BE49-F238E27FC236}">
                <a16:creationId xmlns:a16="http://schemas.microsoft.com/office/drawing/2014/main" id="{B04BBFFE-3199-451F-A356-405FEE6461C5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9262872" y="1188720"/>
            <a:ext cx="2505456" cy="365760"/>
          </a:xfrm>
          <a:prstGeom prst="roundRect">
            <a:avLst>
              <a:gd name="adj" fmla="val 0"/>
            </a:avLst>
          </a:prstGeom>
          <a:noFill/>
        </p:spPr>
        <p:txBody>
          <a:bodyPr wrap="square"/>
          <a:lstStyle/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6B2D8B"/>
                </a:solidFill>
              </a:rPr>
              <a:t>5 · Согласие</a:t>
            </a:r>
            <a:endParaRPr lang="ru-RU" b="0" dirty="0">
              <a:solidFill>
                <a:schemeClr val="accent5"/>
              </a:solidFill>
            </a:endParaRPr>
          </a:p>
        </p:txBody>
      </p:sp>
      <p:sp>
        <p:nvSpPr>
          <p:cNvPr id="7" name="Текст 6">
            <a:extLst>
              <a:ext uri="{FF2B5EF4-FFF2-40B4-BE49-F238E27FC236}">
                <a16:creationId xmlns:a16="http://schemas.microsoft.com/office/drawing/2014/main" id="{6B529974-604C-48E2-AD6F-070B19225F48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9262872" y="1536192"/>
            <a:ext cx="2505456" cy="1280160"/>
          </a:xfrm>
        </p:spPr>
        <p:txBody>
          <a:bodyPr wrap="square"/>
          <a:lstStyle/>
          <a:p>
            <a:pPr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300">
                <a:solidFill>
                  <a:srgbClr val="2A2733"/>
                </a:solidFill>
              </a:rPr>
              <a:t>После принятия — контакты своему HR.</a:t>
            </a:r>
            <a:endParaRPr lang="ru-RU">
              <a:solidFill>
                <a:schemeClr val="tx1"/>
              </a:solidFill>
            </a:endParaRP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300">
                <a:solidFill>
                  <a:srgbClr val="2A2733"/>
                </a:solidFill>
              </a:rPr>
              <a:t>У другого работодателя контактов нет.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300">
                <a:solidFill>
                  <a:srgbClr val="2A2733"/>
                </a:solidFill>
              </a:rPr>
              <a:t>Согласие — отдельный шаг, не «галочка в анкете».</a:t>
            </a:r>
          </a:p>
        </p:txBody>
      </p:sp>
      <p:sp>
        <p:nvSpPr>
          <p:cNvPr id="8" name="Текст 7">
            <a:extLst>
              <a:ext uri="{FF2B5EF4-FFF2-40B4-BE49-F238E27FC236}">
                <a16:creationId xmlns:a16="http://schemas.microsoft.com/office/drawing/2014/main" id="{9C425FA5-5D8B-4070-9FEA-743FFC23DC9C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2633472" y="4572000"/>
            <a:ext cx="2505456" cy="365760"/>
          </a:xfrm>
          <a:prstGeom prst="roundRect">
            <a:avLst>
              <a:gd name="adj" fmla="val 0"/>
            </a:avLst>
          </a:prstGeom>
          <a:noFill/>
        </p:spPr>
        <p:txBody>
          <a:bodyPr wrap="square"/>
          <a:lstStyle/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6B2D8B"/>
                </a:solidFill>
              </a:rPr>
              <a:t>2 · Грейд</a:t>
            </a:r>
            <a:endParaRPr lang="ru-RU" b="0">
              <a:solidFill>
                <a:schemeClr val="accent5"/>
              </a:solidFill>
            </a:endParaRPr>
          </a:p>
        </p:txBody>
      </p:sp>
      <p:sp>
        <p:nvSpPr>
          <p:cNvPr id="9" name="Текст 8">
            <a:extLst>
              <a:ext uri="{FF2B5EF4-FFF2-40B4-BE49-F238E27FC236}">
                <a16:creationId xmlns:a16="http://schemas.microsoft.com/office/drawing/2014/main" id="{3E4BE6CF-D653-4C71-B520-8F640E846D62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2633472" y="4919472"/>
            <a:ext cx="2505456" cy="1280160"/>
          </a:xfrm>
        </p:spPr>
        <p:txBody>
          <a:bodyPr wrap="square"/>
          <a:lstStyle/>
          <a:p>
            <a:pPr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300">
                <a:solidFill>
                  <a:srgbClr val="2A2733"/>
                </a:solidFill>
              </a:rPr>
              <a:t>Сервер считает уровень.</a:t>
            </a:r>
            <a:endParaRPr lang="ru-RU" dirty="0">
              <a:solidFill>
                <a:schemeClr val="tx1"/>
              </a:solidFill>
            </a:endParaRP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300">
                <a:solidFill>
                  <a:srgbClr val="2A2733"/>
                </a:solidFill>
              </a:rPr>
              <a:t>UI только показывает факт.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300">
                <a:solidFill>
                  <a:srgbClr val="2A2733"/>
                </a:solidFill>
              </a:rPr>
              <a:t>Подделать грейд с клиента нельзя.</a:t>
            </a:r>
          </a:p>
        </p:txBody>
      </p:sp>
      <p:sp>
        <p:nvSpPr>
          <p:cNvPr id="10" name="Текст 9">
            <a:extLst>
              <a:ext uri="{FF2B5EF4-FFF2-40B4-BE49-F238E27FC236}">
                <a16:creationId xmlns:a16="http://schemas.microsoft.com/office/drawing/2014/main" id="{7FE93D78-FBF8-4CFA-B0D4-B21070DBC331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7114032" y="4572000"/>
            <a:ext cx="2505456" cy="365760"/>
          </a:xfrm>
          <a:prstGeom prst="roundRect">
            <a:avLst>
              <a:gd name="adj" fmla="val 0"/>
            </a:avLst>
          </a:prstGeom>
          <a:noFill/>
        </p:spPr>
        <p:txBody>
          <a:bodyPr wrap="square"/>
          <a:lstStyle/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6B2D8B"/>
                </a:solidFill>
              </a:rPr>
              <a:t>4 · Вилка ₽</a:t>
            </a:r>
            <a:endParaRPr lang="ru-RU" b="0" dirty="0">
              <a:solidFill>
                <a:schemeClr val="accent5"/>
              </a:solidFill>
            </a:endParaRPr>
          </a:p>
        </p:txBody>
      </p:sp>
      <p:sp>
        <p:nvSpPr>
          <p:cNvPr id="11" name="Текст 10">
            <a:extLst>
              <a:ext uri="{FF2B5EF4-FFF2-40B4-BE49-F238E27FC236}">
                <a16:creationId xmlns:a16="http://schemas.microsoft.com/office/drawing/2014/main" id="{931BD573-963A-40B6-8E80-802A897ACB26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7114032" y="4919472"/>
            <a:ext cx="2505456" cy="1280160"/>
          </a:xfrm>
        </p:spPr>
        <p:txBody>
          <a:bodyPr wrap="square"/>
          <a:lstStyle/>
          <a:p>
            <a:pPr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300">
                <a:solidFill>
                  <a:srgbClr val="2A2733"/>
                </a:solidFill>
              </a:rPr>
              <a:t>Адресное приглашение с вилкой.</a:t>
            </a:r>
            <a:endParaRPr lang="ru-RU">
              <a:solidFill>
                <a:schemeClr val="tx1"/>
              </a:solidFill>
            </a:endParaRP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300">
                <a:solidFill>
                  <a:srgbClr val="2A2733"/>
                </a:solidFill>
              </a:rPr>
              <a:t>До переписки, без обязательной вакансии.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300">
                <a:solidFill>
                  <a:srgbClr val="2A2733"/>
                </a:solidFill>
              </a:rPr>
              <a:t>Вилка min–max уже в тексте оффера.</a:t>
            </a:r>
          </a:p>
        </p:txBody>
      </p:sp>
      <p:cxnSp>
        <p:nvCxnSpPr>
          <p:cNvPr id="34" name="Прямая соединительная линия 33">
            <a:extLst>
              <a:ext uri="{FF2B5EF4-FFF2-40B4-BE49-F238E27FC236}">
                <a16:creationId xmlns:a16="http://schemas.microsoft.com/office/drawing/2014/main" id="{FED623D4-5E7E-44FB-A655-80D9166ACECF}"/>
              </a:ext>
            </a:extLst>
          </p:cNvPr>
          <p:cNvCxnSpPr>
            <a:cxnSpLocks/>
          </p:cNvCxnSpPr>
          <p:nvPr/>
        </p:nvCxnSpPr>
        <p:spPr>
          <a:xfrm>
            <a:off x="2039112" y="3840480"/>
            <a:ext cx="1408176" cy="0"/>
          </a:xfrm>
          <a:prstGeom prst="line">
            <a:avLst/>
          </a:prstGeom>
          <a:ln w="127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Прямая соединительная линия 34">
            <a:extLst>
              <a:ext uri="{FF2B5EF4-FFF2-40B4-BE49-F238E27FC236}">
                <a16:creationId xmlns:a16="http://schemas.microsoft.com/office/drawing/2014/main" id="{13BC568E-FCE4-46A3-933D-4F9F8325A813}"/>
              </a:ext>
            </a:extLst>
          </p:cNvPr>
          <p:cNvCxnSpPr>
            <a:cxnSpLocks/>
          </p:cNvCxnSpPr>
          <p:nvPr/>
        </p:nvCxnSpPr>
        <p:spPr>
          <a:xfrm>
            <a:off x="4325112" y="3840480"/>
            <a:ext cx="1298448" cy="0"/>
          </a:xfrm>
          <a:prstGeom prst="line">
            <a:avLst/>
          </a:prstGeom>
          <a:ln w="127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Прямая соединительная линия 35">
            <a:extLst>
              <a:ext uri="{FF2B5EF4-FFF2-40B4-BE49-F238E27FC236}">
                <a16:creationId xmlns:a16="http://schemas.microsoft.com/office/drawing/2014/main" id="{043ABED0-AC0F-4D92-AB29-318DAE79D38B}"/>
              </a:ext>
            </a:extLst>
          </p:cNvPr>
          <p:cNvCxnSpPr>
            <a:cxnSpLocks/>
          </p:cNvCxnSpPr>
          <p:nvPr/>
        </p:nvCxnSpPr>
        <p:spPr>
          <a:xfrm>
            <a:off x="6501384" y="3840480"/>
            <a:ext cx="1426464" cy="0"/>
          </a:xfrm>
          <a:prstGeom prst="line">
            <a:avLst/>
          </a:prstGeom>
          <a:ln w="127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Прямая соединительная линия 36">
            <a:extLst>
              <a:ext uri="{FF2B5EF4-FFF2-40B4-BE49-F238E27FC236}">
                <a16:creationId xmlns:a16="http://schemas.microsoft.com/office/drawing/2014/main" id="{836D684E-425A-4867-B96C-B1550D2326EC}"/>
              </a:ext>
            </a:extLst>
          </p:cNvPr>
          <p:cNvCxnSpPr>
            <a:cxnSpLocks/>
          </p:cNvCxnSpPr>
          <p:nvPr/>
        </p:nvCxnSpPr>
        <p:spPr>
          <a:xfrm>
            <a:off x="8805672" y="3840480"/>
            <a:ext cx="1271016" cy="0"/>
          </a:xfrm>
          <a:prstGeom prst="line">
            <a:avLst/>
          </a:prstGeom>
          <a:ln w="127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Прямая соединительная линия 37">
            <a:extLst>
              <a:ext uri="{FF2B5EF4-FFF2-40B4-BE49-F238E27FC236}">
                <a16:creationId xmlns:a16="http://schemas.microsoft.com/office/drawing/2014/main" id="{81B30F67-B043-4D47-8D41-EA47E7D98286}"/>
              </a:ext>
            </a:extLst>
          </p:cNvPr>
          <p:cNvCxnSpPr>
            <a:cxnSpLocks/>
          </p:cNvCxnSpPr>
          <p:nvPr/>
        </p:nvCxnSpPr>
        <p:spPr>
          <a:xfrm>
            <a:off x="1600200" y="3154680"/>
            <a:ext cx="0" cy="365760"/>
          </a:xfrm>
          <a:prstGeom prst="line">
            <a:avLst/>
          </a:prstGeom>
          <a:ln w="127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Прямая соединительная линия 38">
            <a:extLst>
              <a:ext uri="{FF2B5EF4-FFF2-40B4-BE49-F238E27FC236}">
                <a16:creationId xmlns:a16="http://schemas.microsoft.com/office/drawing/2014/main" id="{B41E618C-6887-4F78-8BEC-4C2ABC30AC44}"/>
              </a:ext>
            </a:extLst>
          </p:cNvPr>
          <p:cNvCxnSpPr>
            <a:cxnSpLocks/>
          </p:cNvCxnSpPr>
          <p:nvPr/>
        </p:nvCxnSpPr>
        <p:spPr>
          <a:xfrm>
            <a:off x="3886200" y="4160520"/>
            <a:ext cx="0" cy="365760"/>
          </a:xfrm>
          <a:prstGeom prst="line">
            <a:avLst/>
          </a:prstGeom>
          <a:ln w="127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Прямая соединительная линия 39">
            <a:extLst>
              <a:ext uri="{FF2B5EF4-FFF2-40B4-BE49-F238E27FC236}">
                <a16:creationId xmlns:a16="http://schemas.microsoft.com/office/drawing/2014/main" id="{DE971D4E-B203-4B09-93F8-D53951540777}"/>
              </a:ext>
            </a:extLst>
          </p:cNvPr>
          <p:cNvCxnSpPr>
            <a:cxnSpLocks/>
          </p:cNvCxnSpPr>
          <p:nvPr/>
        </p:nvCxnSpPr>
        <p:spPr>
          <a:xfrm>
            <a:off x="6062472" y="3154680"/>
            <a:ext cx="0" cy="365760"/>
          </a:xfrm>
          <a:prstGeom prst="line">
            <a:avLst/>
          </a:prstGeom>
          <a:ln w="127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Прямая соединительная линия 40">
            <a:extLst>
              <a:ext uri="{FF2B5EF4-FFF2-40B4-BE49-F238E27FC236}">
                <a16:creationId xmlns:a16="http://schemas.microsoft.com/office/drawing/2014/main" id="{2BF27CC0-A85F-4C49-884A-649E718F232A}"/>
              </a:ext>
            </a:extLst>
          </p:cNvPr>
          <p:cNvCxnSpPr>
            <a:cxnSpLocks/>
          </p:cNvCxnSpPr>
          <p:nvPr/>
        </p:nvCxnSpPr>
        <p:spPr>
          <a:xfrm flipH="1">
            <a:off x="8366760" y="4160520"/>
            <a:ext cx="0" cy="365760"/>
          </a:xfrm>
          <a:prstGeom prst="line">
            <a:avLst/>
          </a:prstGeom>
          <a:ln w="127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Прямая соединительная линия 41">
            <a:extLst>
              <a:ext uri="{FF2B5EF4-FFF2-40B4-BE49-F238E27FC236}">
                <a16:creationId xmlns:a16="http://schemas.microsoft.com/office/drawing/2014/main" id="{8A19CF67-915F-4390-A30E-945C95016756}"/>
              </a:ext>
            </a:extLst>
          </p:cNvPr>
          <p:cNvCxnSpPr>
            <a:cxnSpLocks/>
          </p:cNvCxnSpPr>
          <p:nvPr/>
        </p:nvCxnSpPr>
        <p:spPr>
          <a:xfrm>
            <a:off x="10515600" y="3154680"/>
            <a:ext cx="0" cy="365760"/>
          </a:xfrm>
          <a:prstGeom prst="line">
            <a:avLst/>
          </a:prstGeom>
          <a:ln w="127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3" name="Скругленный прямоугольник 42">
            <a:extLst>
              <a:ext uri="{FF2B5EF4-FFF2-40B4-BE49-F238E27FC236}">
                <a16:creationId xmlns:a16="http://schemas.microsoft.com/office/drawing/2014/main" id="{4E8CC8D8-3B02-4108-71E4-BDF385E41A76}"/>
              </a:ext>
            </a:extLst>
          </p:cNvPr>
          <p:cNvSpPr/>
          <p:nvPr/>
        </p:nvSpPr>
        <p:spPr>
          <a:xfrm>
            <a:off x="1161288" y="3520440"/>
            <a:ext cx="877824" cy="640080"/>
          </a:xfrm>
          <a:prstGeom prst="roundRect">
            <a:avLst/>
          </a:prstGeom>
          <a:noFill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rtlCol="0" anchor="ctr"/>
          <a:lstStyle/>
          <a:p>
            <a:pPr algn="ctr"/>
            <a:r>
              <a:rPr lang="ru-RU" sz="2400" b="1" dirty="0"/>
              <a:t>1</a:t>
            </a:r>
          </a:p>
        </p:txBody>
      </p:sp>
      <p:sp>
        <p:nvSpPr>
          <p:cNvPr id="44" name="Скругленный прямоугольник 43">
            <a:extLst>
              <a:ext uri="{FF2B5EF4-FFF2-40B4-BE49-F238E27FC236}">
                <a16:creationId xmlns:a16="http://schemas.microsoft.com/office/drawing/2014/main" id="{219852BA-89EA-AEC0-D3BB-81E4FBB78FBF}"/>
              </a:ext>
            </a:extLst>
          </p:cNvPr>
          <p:cNvSpPr/>
          <p:nvPr/>
        </p:nvSpPr>
        <p:spPr>
          <a:xfrm>
            <a:off x="3447288" y="3520440"/>
            <a:ext cx="877824" cy="640080"/>
          </a:xfrm>
          <a:prstGeom prst="roundRect">
            <a:avLst/>
          </a:prstGeom>
          <a:noFill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rtlCol="0" anchor="ctr"/>
          <a:lstStyle/>
          <a:p>
            <a:pPr algn="ctr"/>
            <a:r>
              <a:rPr lang="ru-RU" sz="2400" b="1" dirty="0"/>
              <a:t>2</a:t>
            </a:r>
          </a:p>
        </p:txBody>
      </p:sp>
      <p:sp>
        <p:nvSpPr>
          <p:cNvPr id="45" name="Скругленный прямоугольник 44">
            <a:extLst>
              <a:ext uri="{FF2B5EF4-FFF2-40B4-BE49-F238E27FC236}">
                <a16:creationId xmlns:a16="http://schemas.microsoft.com/office/drawing/2014/main" id="{BEB80488-DBD5-60E2-7B94-2C03FD2F73EC}"/>
              </a:ext>
            </a:extLst>
          </p:cNvPr>
          <p:cNvSpPr/>
          <p:nvPr/>
        </p:nvSpPr>
        <p:spPr>
          <a:xfrm>
            <a:off x="5623560" y="3520440"/>
            <a:ext cx="877824" cy="640080"/>
          </a:xfrm>
          <a:prstGeom prst="roundRect">
            <a:avLst/>
          </a:prstGeom>
          <a:noFill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rtlCol="0" anchor="ctr"/>
          <a:lstStyle/>
          <a:p>
            <a:pPr algn="ctr"/>
            <a:r>
              <a:rPr lang="ru-RU" sz="2400" b="1" dirty="0"/>
              <a:t>3</a:t>
            </a:r>
          </a:p>
        </p:txBody>
      </p:sp>
      <p:sp>
        <p:nvSpPr>
          <p:cNvPr id="53" name="Скругленный прямоугольник 52">
            <a:extLst>
              <a:ext uri="{FF2B5EF4-FFF2-40B4-BE49-F238E27FC236}">
                <a16:creationId xmlns:a16="http://schemas.microsoft.com/office/drawing/2014/main" id="{41C3924C-4DE8-D413-3F15-F71BBA421983}"/>
              </a:ext>
            </a:extLst>
          </p:cNvPr>
          <p:cNvSpPr/>
          <p:nvPr/>
        </p:nvSpPr>
        <p:spPr>
          <a:xfrm>
            <a:off x="7927848" y="3520440"/>
            <a:ext cx="877824" cy="640080"/>
          </a:xfrm>
          <a:prstGeom prst="roundRect">
            <a:avLst/>
          </a:prstGeom>
          <a:noFill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rtlCol="0" anchor="ctr"/>
          <a:lstStyle/>
          <a:p>
            <a:pPr algn="ctr"/>
            <a:r>
              <a:rPr lang="ru-RU" sz="2400" b="1" dirty="0"/>
              <a:t>4</a:t>
            </a:r>
          </a:p>
        </p:txBody>
      </p:sp>
      <p:sp>
        <p:nvSpPr>
          <p:cNvPr id="54" name="Скругленный прямоугольник 53">
            <a:extLst>
              <a:ext uri="{FF2B5EF4-FFF2-40B4-BE49-F238E27FC236}">
                <a16:creationId xmlns:a16="http://schemas.microsoft.com/office/drawing/2014/main" id="{5040D480-3D0A-377D-EDA1-4B45E5CE44A4}"/>
              </a:ext>
            </a:extLst>
          </p:cNvPr>
          <p:cNvSpPr/>
          <p:nvPr/>
        </p:nvSpPr>
        <p:spPr>
          <a:xfrm>
            <a:off x="10076688" y="3520440"/>
            <a:ext cx="877824" cy="640080"/>
          </a:xfrm>
          <a:prstGeom prst="roundRect">
            <a:avLst/>
          </a:prstGeom>
          <a:noFill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rtlCol="0" anchor="ctr"/>
          <a:lstStyle/>
          <a:p>
            <a:pPr algn="ctr"/>
            <a:r>
              <a:rPr lang="ru-RU" sz="2400" b="1" dirty="0"/>
              <a:t>5</a:t>
            </a:r>
          </a:p>
        </p:txBody>
      </p:sp>
      <p:sp>
        <p:nvSpPr>
          <p:cNvPr id="15" name="Заголовок 13">
            <a:extLst>
              <a:ext uri="{FF2B5EF4-FFF2-40B4-BE49-F238E27FC236}">
                <a16:creationId xmlns:a16="http://schemas.microsoft.com/office/drawing/2014/main" id="{325CF155-14B8-5628-119D-7449CFD5B0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5817" y="438912"/>
            <a:ext cx="8595360" cy="420624"/>
          </a:xfrm>
        </p:spPr>
        <p:txBody>
          <a:bodyPr wrap="square"/>
          <a:lstStyle/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FFFFFF"/>
                </a:solidFill>
              </a:rPr>
              <a:t>Как проверить за один проход</a:t>
            </a:r>
            <a:endParaRPr lang="ru-RU" dirty="0"/>
          </a:p>
        </p:txBody>
      </p:sp>
      <p:sp>
        <p:nvSpPr>
          <p:cNvPr id="14" name="Скругленный прямоугольник 13">
            <a:extLst>
              <a:ext uri="{FF2B5EF4-FFF2-40B4-BE49-F238E27FC236}">
                <a16:creationId xmlns:a16="http://schemas.microsoft.com/office/drawing/2014/main" id="{BD4BFEA8-37B5-92D1-855E-4FF06BA59DA3}"/>
              </a:ext>
            </a:extLst>
          </p:cNvPr>
          <p:cNvSpPr/>
          <p:nvPr/>
        </p:nvSpPr>
        <p:spPr>
          <a:xfrm>
            <a:off x="182880" y="1097280"/>
            <a:ext cx="2834640" cy="2103120"/>
          </a:xfrm>
          <a:prstGeom prst="roundRect">
            <a:avLst>
              <a:gd name="adj" fmla="val 10884"/>
            </a:avLst>
          </a:prstGeom>
          <a:noFill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rtlCol="0" anchor="ctr"/>
          <a:lstStyle/>
          <a:p>
            <a:pPr algn="ctr"/>
            <a:endParaRPr lang="ru-RU" sz="2400" b="1" dirty="0"/>
          </a:p>
        </p:txBody>
      </p:sp>
      <p:sp>
        <p:nvSpPr>
          <p:cNvPr id="16" name="Скругленный прямоугольник 15">
            <a:extLst>
              <a:ext uri="{FF2B5EF4-FFF2-40B4-BE49-F238E27FC236}">
                <a16:creationId xmlns:a16="http://schemas.microsoft.com/office/drawing/2014/main" id="{21820900-0645-FD25-E909-18D394EFF3AF}"/>
              </a:ext>
            </a:extLst>
          </p:cNvPr>
          <p:cNvSpPr/>
          <p:nvPr/>
        </p:nvSpPr>
        <p:spPr>
          <a:xfrm>
            <a:off x="4645152" y="1097280"/>
            <a:ext cx="2834640" cy="2103120"/>
          </a:xfrm>
          <a:prstGeom prst="roundRect">
            <a:avLst>
              <a:gd name="adj" fmla="val 10884"/>
            </a:avLst>
          </a:prstGeom>
          <a:noFill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rtlCol="0" anchor="ctr"/>
          <a:lstStyle/>
          <a:p>
            <a:pPr algn="ctr"/>
            <a:endParaRPr lang="ru-RU" sz="2400" b="1" dirty="0"/>
          </a:p>
        </p:txBody>
      </p:sp>
      <p:sp>
        <p:nvSpPr>
          <p:cNvPr id="17" name="Скругленный прямоугольник 16">
            <a:extLst>
              <a:ext uri="{FF2B5EF4-FFF2-40B4-BE49-F238E27FC236}">
                <a16:creationId xmlns:a16="http://schemas.microsoft.com/office/drawing/2014/main" id="{996865AC-684A-E392-11F5-A3160D858242}"/>
              </a:ext>
            </a:extLst>
          </p:cNvPr>
          <p:cNvSpPr/>
          <p:nvPr/>
        </p:nvSpPr>
        <p:spPr>
          <a:xfrm>
            <a:off x="9098280" y="1097280"/>
            <a:ext cx="2834640" cy="2103120"/>
          </a:xfrm>
          <a:prstGeom prst="roundRect">
            <a:avLst>
              <a:gd name="adj" fmla="val 10884"/>
            </a:avLst>
          </a:prstGeom>
          <a:noFill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rtlCol="0" anchor="ctr"/>
          <a:lstStyle/>
          <a:p>
            <a:pPr algn="ctr"/>
            <a:endParaRPr lang="ru-RU" sz="2400" b="1" dirty="0"/>
          </a:p>
        </p:txBody>
      </p:sp>
      <p:sp>
        <p:nvSpPr>
          <p:cNvPr id="18" name="Скругленный прямоугольник 17">
            <a:extLst>
              <a:ext uri="{FF2B5EF4-FFF2-40B4-BE49-F238E27FC236}">
                <a16:creationId xmlns:a16="http://schemas.microsoft.com/office/drawing/2014/main" id="{1557C0D9-E1EE-FF6F-28CC-F2CF230BFDBA}"/>
              </a:ext>
            </a:extLst>
          </p:cNvPr>
          <p:cNvSpPr/>
          <p:nvPr/>
        </p:nvSpPr>
        <p:spPr>
          <a:xfrm>
            <a:off x="2468880" y="4480560"/>
            <a:ext cx="2834640" cy="2103120"/>
          </a:xfrm>
          <a:prstGeom prst="roundRect">
            <a:avLst>
              <a:gd name="adj" fmla="val 10884"/>
            </a:avLst>
          </a:prstGeom>
          <a:noFill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rtlCol="0" anchor="ctr"/>
          <a:lstStyle/>
          <a:p>
            <a:pPr algn="ctr"/>
            <a:endParaRPr lang="ru-RU" sz="2400" b="1" dirty="0"/>
          </a:p>
        </p:txBody>
      </p:sp>
      <p:sp>
        <p:nvSpPr>
          <p:cNvPr id="19" name="Скругленный прямоугольник 18">
            <a:extLst>
              <a:ext uri="{FF2B5EF4-FFF2-40B4-BE49-F238E27FC236}">
                <a16:creationId xmlns:a16="http://schemas.microsoft.com/office/drawing/2014/main" id="{BC511278-171F-4030-656D-F6DA5B6264BC}"/>
              </a:ext>
            </a:extLst>
          </p:cNvPr>
          <p:cNvSpPr/>
          <p:nvPr/>
        </p:nvSpPr>
        <p:spPr>
          <a:xfrm>
            <a:off x="6949440" y="4480560"/>
            <a:ext cx="2834640" cy="2103120"/>
          </a:xfrm>
          <a:prstGeom prst="roundRect">
            <a:avLst>
              <a:gd name="adj" fmla="val 10884"/>
            </a:avLst>
          </a:prstGeom>
          <a:noFill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rtlCol="0" anchor="ctr"/>
          <a:lstStyle/>
          <a:p>
            <a:pPr algn="ctr"/>
            <a:endParaRPr lang="ru-RU" sz="2400" b="1" dirty="0"/>
          </a:p>
        </p:txBody>
      </p:sp>
    </p:spTree>
    <p:extLst>
      <p:ext uri="{BB962C8B-B14F-4D97-AF65-F5344CB8AC3E}">
        <p14:creationId xmlns:p14="http://schemas.microsoft.com/office/powerpoint/2010/main" val="2194599202"/>
      </p:ext>
    </p:extLst>
  </p:cSld>
  <p:clrMapOvr>
    <a:masterClrMapping/>
  </p:clrMapOvr>
</p:sld>
</file>

<file path=ppt/theme/theme1.xml><?xml version="1.0" encoding="utf-8"?>
<a:theme xmlns:a="http://schemas.openxmlformats.org/drawingml/2006/main" name="Для Академия инноваторов 16_9">
  <a:themeElements>
    <a:clrScheme name="Пользовательские 2">
      <a:dk1>
        <a:srgbClr val="000000"/>
      </a:dk1>
      <a:lt1>
        <a:srgbClr val="FFFFFF"/>
      </a:lt1>
      <a:dk2>
        <a:srgbClr val="1C1D22"/>
      </a:dk2>
      <a:lt2>
        <a:srgbClr val="E5E7E9"/>
      </a:lt2>
      <a:accent1>
        <a:srgbClr val="FF0053"/>
      </a:accent1>
      <a:accent2>
        <a:srgbClr val="FFD6E3"/>
      </a:accent2>
      <a:accent3>
        <a:srgbClr val="FC3777"/>
      </a:accent3>
      <a:accent4>
        <a:srgbClr val="8A83D1"/>
      </a:accent4>
      <a:accent5>
        <a:srgbClr val="520977"/>
      </a:accent5>
      <a:accent6>
        <a:srgbClr val="2D1451"/>
      </a:accent6>
      <a:hlink>
        <a:srgbClr val="FF0053"/>
      </a:hlink>
      <a:folHlink>
        <a:srgbClr val="5D2B84"/>
      </a:folHlink>
    </a:clrScheme>
    <a:fontScheme name="Лидеры цифровой трансформации">
      <a:majorFont>
        <a:latin typeface="Montserrat"/>
        <a:ea typeface=""/>
        <a:cs typeface=""/>
      </a:majorFont>
      <a:minorFont>
        <a:latin typeface="Montserrat"/>
        <a:ea typeface=""/>
        <a:cs typeface="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bg1">
            <a:alpha val="0"/>
          </a:schemeClr>
        </a:solidFill>
        <a:ln w="19050">
          <a:solidFill>
            <a:schemeClr val="bg1">
              <a:alpha val="47000"/>
            </a:schemeClr>
          </a:solidFill>
        </a:ln>
      </a:spPr>
      <a:bodyPr rtlCol="0" anchor="t"/>
      <a:lstStyle>
        <a:defPPr algn="ctr">
          <a:defRPr b="1" dirty="0" smtClean="0">
            <a:solidFill>
              <a:schemeClr val="accent2"/>
            </a:solidFill>
          </a:defRPr>
        </a:defPPr>
      </a:lstStyle>
      <a:style>
        <a:lnRef idx="2">
          <a:schemeClr val="accent1">
            <a:shade val="15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Для Академия инноваторов 16_9" id="{1723B771-A24B-45DA-B7CE-887A7FB91DED}" vid="{FE7ADCA1-0705-4BF5-AEC5-34FB9D7ACE5C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11028</TotalTime>
  <Words>632</Words>
  <Application>Microsoft Macintosh PowerPoint</Application>
  <PresentationFormat>Широкоэкранный</PresentationFormat>
  <Paragraphs>187</Paragraphs>
  <Slides>37</Slides>
  <Notes>3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7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37</vt:i4>
      </vt:variant>
    </vt:vector>
  </HeadingPairs>
  <TitlesOfParts>
    <vt:vector size="45" baseType="lpstr">
      <vt:lpstr>Arial</vt:lpstr>
      <vt:lpstr>Calibri</vt:lpstr>
      <vt:lpstr>Lato Light</vt:lpstr>
      <vt:lpstr>Montserrat</vt:lpstr>
      <vt:lpstr>Montserrat Medium</vt:lpstr>
      <vt:lpstr>Poppins Light</vt:lpstr>
      <vt:lpstr>Wingdings</vt:lpstr>
      <vt:lpstr>Для Академия инноваторов 16_9</vt:lpstr>
      <vt:lpstr>Презентация PowerPoint</vt:lpstr>
      <vt:lpstr>ВВОДНЫЕ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КОРОТКО О РЕШЕНИИ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Полезные материалы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Анастасия Юшкова</dc:creator>
  <cp:lastModifiedBy>Ирина</cp:lastModifiedBy>
  <cp:revision>97</cp:revision>
  <dcterms:created xsi:type="dcterms:W3CDTF">2023-05-15T07:36:23Z</dcterms:created>
  <dcterms:modified xsi:type="dcterms:W3CDTF">2026-10-02T08:27:06Z</dcterms:modified>
</cp:coreProperties>
</file>